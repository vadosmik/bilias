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57" r:id="rId4"/>
    <p:sldId id="261" r:id="rId5"/>
    <p:sldId id="258" r:id="rId6"/>
    <p:sldId id="259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56194-01E0-05D9-7E42-CD5DDCCC2273}" v="7" dt="2026-04-11T10:08:07.439"/>
    <p1510:client id="{5CE5378B-31D2-F732-CF91-8634B56359BE}" v="41" dt="2026-04-11T10:13:55.81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pierowski Tomasz" userId="S::51701@student.umg.edu.pl::1444ee48-c757-4315-8174-e5e60850cf2f" providerId="AD" clId="Web-{5CE5378B-31D2-F732-CF91-8634B56359BE}"/>
    <pc:docChg chg="modSld">
      <pc:chgData name="Papierowski Tomasz" userId="S::51701@student.umg.edu.pl::1444ee48-c757-4315-8174-e5e60850cf2f" providerId="AD" clId="Web-{5CE5378B-31D2-F732-CF91-8634B56359BE}" dt="2026-04-11T10:13:55.516" v="39" actId="20577"/>
      <pc:docMkLst>
        <pc:docMk/>
      </pc:docMkLst>
      <pc:sldChg chg="modSp">
        <pc:chgData name="Papierowski Tomasz" userId="S::51701@student.umg.edu.pl::1444ee48-c757-4315-8174-e5e60850cf2f" providerId="AD" clId="Web-{5CE5378B-31D2-F732-CF91-8634B56359BE}" dt="2026-04-11T10:13:45.906" v="38" actId="20577"/>
        <pc:sldMkLst>
          <pc:docMk/>
          <pc:sldMk cId="3541476536" sldId="258"/>
        </pc:sldMkLst>
        <pc:spChg chg="mod">
          <ac:chgData name="Papierowski Tomasz" userId="S::51701@student.umg.edu.pl::1444ee48-c757-4315-8174-e5e60850cf2f" providerId="AD" clId="Web-{5CE5378B-31D2-F732-CF91-8634B56359BE}" dt="2026-04-11T10:13:45.906" v="38" actId="20577"/>
          <ac:spMkLst>
            <pc:docMk/>
            <pc:sldMk cId="3541476536" sldId="258"/>
            <ac:spMk id="2" creationId="{76A94AAB-8530-E3EF-349D-BD8BAD3CFCC1}"/>
          </ac:spMkLst>
        </pc:spChg>
        <pc:spChg chg="mod">
          <ac:chgData name="Papierowski Tomasz" userId="S::51701@student.umg.edu.pl::1444ee48-c757-4315-8174-e5e60850cf2f" providerId="AD" clId="Web-{5CE5378B-31D2-F732-CF91-8634B56359BE}" dt="2026-04-11T10:09:11.813" v="28" actId="20577"/>
          <ac:spMkLst>
            <pc:docMk/>
            <pc:sldMk cId="3541476536" sldId="258"/>
            <ac:spMk id="3" creationId="{07C60D84-046E-1665-645A-F164BF2EF8B3}"/>
          </ac:spMkLst>
        </pc:spChg>
      </pc:sldChg>
      <pc:sldChg chg="modSp">
        <pc:chgData name="Papierowski Tomasz" userId="S::51701@student.umg.edu.pl::1444ee48-c757-4315-8174-e5e60850cf2f" providerId="AD" clId="Web-{5CE5378B-31D2-F732-CF91-8634B56359BE}" dt="2026-04-11T10:13:43.890" v="35" actId="20577"/>
        <pc:sldMkLst>
          <pc:docMk/>
          <pc:sldMk cId="2341945273" sldId="259"/>
        </pc:sldMkLst>
        <pc:spChg chg="mod">
          <ac:chgData name="Papierowski Tomasz" userId="S::51701@student.umg.edu.pl::1444ee48-c757-4315-8174-e5e60850cf2f" providerId="AD" clId="Web-{5CE5378B-31D2-F732-CF91-8634B56359BE}" dt="2026-04-11T10:13:43.890" v="35" actId="20577"/>
          <ac:spMkLst>
            <pc:docMk/>
            <pc:sldMk cId="2341945273" sldId="259"/>
            <ac:spMk id="2" creationId="{0AE9F56B-9688-FB3D-783A-1E735735C91F}"/>
          </ac:spMkLst>
        </pc:spChg>
      </pc:sldChg>
      <pc:sldChg chg="modSp">
        <pc:chgData name="Papierowski Tomasz" userId="S::51701@student.umg.edu.pl::1444ee48-c757-4315-8174-e5e60850cf2f" providerId="AD" clId="Web-{5CE5378B-31D2-F732-CF91-8634B56359BE}" dt="2026-04-11T10:13:55.516" v="39" actId="20577"/>
        <pc:sldMkLst>
          <pc:docMk/>
          <pc:sldMk cId="3910267447" sldId="268"/>
        </pc:sldMkLst>
        <pc:spChg chg="mod">
          <ac:chgData name="Papierowski Tomasz" userId="S::51701@student.umg.edu.pl::1444ee48-c757-4315-8174-e5e60850cf2f" providerId="AD" clId="Web-{5CE5378B-31D2-F732-CF91-8634B56359BE}" dt="2026-04-11T10:13:55.516" v="39" actId="20577"/>
          <ac:spMkLst>
            <pc:docMk/>
            <pc:sldMk cId="3910267447" sldId="268"/>
            <ac:spMk id="6" creationId="{F8A2C1B0-D2F9-CB75-F7AF-83D96894A861}"/>
          </ac:spMkLst>
        </pc:spChg>
      </pc:sldChg>
    </pc:docChg>
  </pc:docChgLst>
  <pc:docChgLst>
    <pc:chgData name="Szamszon Kacper" userId="S::51672@student.umg.edu.pl::40106300-d63d-408d-85ad-d99794730682" providerId="AD" clId="Web-{E0CC8623-8F41-16B6-5DE6-BE7A55D2061B}"/>
    <pc:docChg chg="modSld">
      <pc:chgData name="Szamszon Kacper" userId="S::51672@student.umg.edu.pl::40106300-d63d-408d-85ad-d99794730682" providerId="AD" clId="Web-{E0CC8623-8F41-16B6-5DE6-BE7A55D2061B}" dt="2026-04-08T19:41:59.467" v="69" actId="1076"/>
      <pc:docMkLst>
        <pc:docMk/>
      </pc:docMkLst>
      <pc:sldChg chg="modSp">
        <pc:chgData name="Szamszon Kacper" userId="S::51672@student.umg.edu.pl::40106300-d63d-408d-85ad-d99794730682" providerId="AD" clId="Web-{E0CC8623-8F41-16B6-5DE6-BE7A55D2061B}" dt="2026-04-08T19:41:39.310" v="66" actId="1076"/>
        <pc:sldMkLst>
          <pc:docMk/>
          <pc:sldMk cId="2341945273" sldId="259"/>
        </pc:sldMkLst>
        <pc:spChg chg="mod">
          <ac:chgData name="Szamszon Kacper" userId="S::51672@student.umg.edu.pl::40106300-d63d-408d-85ad-d99794730682" providerId="AD" clId="Web-{E0CC8623-8F41-16B6-5DE6-BE7A55D2061B}" dt="2026-04-08T19:41:39.310" v="66" actId="1076"/>
          <ac:spMkLst>
            <pc:docMk/>
            <pc:sldMk cId="2341945273" sldId="259"/>
            <ac:spMk id="3" creationId="{357DBD5D-4556-572C-2797-6602F5EE57BE}"/>
          </ac:spMkLst>
        </pc:spChg>
      </pc:sldChg>
      <pc:sldChg chg="modSp">
        <pc:chgData name="Szamszon Kacper" userId="S::51672@student.umg.edu.pl::40106300-d63d-408d-85ad-d99794730682" providerId="AD" clId="Web-{E0CC8623-8F41-16B6-5DE6-BE7A55D2061B}" dt="2026-04-08T19:41:59.467" v="69" actId="1076"/>
        <pc:sldMkLst>
          <pc:docMk/>
          <pc:sldMk cId="783882221" sldId="263"/>
        </pc:sldMkLst>
        <pc:spChg chg="mod">
          <ac:chgData name="Szamszon Kacper" userId="S::51672@student.umg.edu.pl::40106300-d63d-408d-85ad-d99794730682" providerId="AD" clId="Web-{E0CC8623-8F41-16B6-5DE6-BE7A55D2061B}" dt="2026-04-08T19:41:59.467" v="69" actId="1076"/>
          <ac:spMkLst>
            <pc:docMk/>
            <pc:sldMk cId="783882221" sldId="263"/>
            <ac:spMk id="3" creationId="{B141BFB8-31B5-78E6-8E30-8C73045BD9C1}"/>
          </ac:spMkLst>
        </pc:spChg>
      </pc:sldChg>
      <pc:sldChg chg="modSp">
        <pc:chgData name="Szamszon Kacper" userId="S::51672@student.umg.edu.pl::40106300-d63d-408d-85ad-d99794730682" providerId="AD" clId="Web-{E0CC8623-8F41-16B6-5DE6-BE7A55D2061B}" dt="2026-04-08T19:41:53.045" v="68" actId="1076"/>
        <pc:sldMkLst>
          <pc:docMk/>
          <pc:sldMk cId="3333727079" sldId="264"/>
        </pc:sldMkLst>
        <pc:spChg chg="mod">
          <ac:chgData name="Szamszon Kacper" userId="S::51672@student.umg.edu.pl::40106300-d63d-408d-85ad-d99794730682" providerId="AD" clId="Web-{E0CC8623-8F41-16B6-5DE6-BE7A55D2061B}" dt="2026-04-08T19:41:53.045" v="68" actId="1076"/>
          <ac:spMkLst>
            <pc:docMk/>
            <pc:sldMk cId="3333727079" sldId="264"/>
            <ac:spMk id="3" creationId="{854DE368-EB4E-3AEF-5C16-B9178BC27C43}"/>
          </ac:spMkLst>
        </pc:spChg>
      </pc:sldChg>
      <pc:sldChg chg="modSp">
        <pc:chgData name="Szamszon Kacper" userId="S::51672@student.umg.edu.pl::40106300-d63d-408d-85ad-d99794730682" providerId="AD" clId="Web-{E0CC8623-8F41-16B6-5DE6-BE7A55D2061B}" dt="2026-04-08T19:41:17.935" v="64" actId="1076"/>
        <pc:sldMkLst>
          <pc:docMk/>
          <pc:sldMk cId="2525224735" sldId="266"/>
        </pc:sldMkLst>
        <pc:spChg chg="mod">
          <ac:chgData name="Szamszon Kacper" userId="S::51672@student.umg.edu.pl::40106300-d63d-408d-85ad-d99794730682" providerId="AD" clId="Web-{E0CC8623-8F41-16B6-5DE6-BE7A55D2061B}" dt="2026-04-08T19:41:17.935" v="64" actId="1076"/>
          <ac:spMkLst>
            <pc:docMk/>
            <pc:sldMk cId="2525224735" sldId="266"/>
            <ac:spMk id="3" creationId="{2BC47167-FCAF-5048-5D53-F54072C98D2B}"/>
          </ac:spMkLst>
        </pc:spChg>
      </pc:sldChg>
      <pc:sldChg chg="modSp">
        <pc:chgData name="Szamszon Kacper" userId="S::51672@student.umg.edu.pl::40106300-d63d-408d-85ad-d99794730682" providerId="AD" clId="Web-{E0CC8623-8F41-16B6-5DE6-BE7A55D2061B}" dt="2026-04-08T19:41:07.857" v="62" actId="1076"/>
        <pc:sldMkLst>
          <pc:docMk/>
          <pc:sldMk cId="3910267447" sldId="268"/>
        </pc:sldMkLst>
        <pc:spChg chg="mod">
          <ac:chgData name="Szamszon Kacper" userId="S::51672@student.umg.edu.pl::40106300-d63d-408d-85ad-d99794730682" providerId="AD" clId="Web-{E0CC8623-8F41-16B6-5DE6-BE7A55D2061B}" dt="2026-04-08T19:41:07.857" v="62" actId="1076"/>
          <ac:spMkLst>
            <pc:docMk/>
            <pc:sldMk cId="3910267447" sldId="268"/>
            <ac:spMk id="3" creationId="{BDAB1905-2080-49C0-9BF7-644309F7CF3E}"/>
          </ac:spMkLst>
        </pc:spChg>
        <pc:spChg chg="mod">
          <ac:chgData name="Szamszon Kacper" userId="S::51672@student.umg.edu.pl::40106300-d63d-408d-85ad-d99794730682" providerId="AD" clId="Web-{E0CC8623-8F41-16B6-5DE6-BE7A55D2061B}" dt="2026-04-08T19:40:02.121" v="39" actId="14100"/>
          <ac:spMkLst>
            <pc:docMk/>
            <pc:sldMk cId="3910267447" sldId="268"/>
            <ac:spMk id="6" creationId="{F8A2C1B0-D2F9-CB75-F7AF-83D96894A861}"/>
          </ac:spMkLst>
        </pc:spChg>
      </pc:sldChg>
    </pc:docChg>
  </pc:docChgLst>
  <pc:docChgLst>
    <pc:chgData name="Papierowski Tomasz" userId="S::51701@student.umg.edu.pl::1444ee48-c757-4315-8174-e5e60850cf2f" providerId="AD" clId="Web-{13932822-2C51-8293-EDBE-5058E4AD6E34}"/>
    <pc:docChg chg="addSld delSld modSld sldOrd">
      <pc:chgData name="Papierowski Tomasz" userId="S::51701@student.umg.edu.pl::1444ee48-c757-4315-8174-e5e60850cf2f" providerId="AD" clId="Web-{13932822-2C51-8293-EDBE-5058E4AD6E34}" dt="2026-04-08T19:10:35.558" v="401" actId="20577"/>
      <pc:docMkLst>
        <pc:docMk/>
      </pc:docMkLst>
      <pc:sldChg chg="addSp delSp modSp mod setBg setClrOvrMap">
        <pc:chgData name="Papierowski Tomasz" userId="S::51701@student.umg.edu.pl::1444ee48-c757-4315-8174-e5e60850cf2f" providerId="AD" clId="Web-{13932822-2C51-8293-EDBE-5058E4AD6E34}" dt="2026-04-08T19:10:35.558" v="401" actId="20577"/>
        <pc:sldMkLst>
          <pc:docMk/>
          <pc:sldMk cId="650317164" sldId="256"/>
        </pc:sldMkLst>
        <pc:spChg chg="mod">
          <ac:chgData name="Papierowski Tomasz" userId="S::51701@student.umg.edu.pl::1444ee48-c757-4315-8174-e5e60850cf2f" providerId="AD" clId="Web-{13932822-2C51-8293-EDBE-5058E4AD6E34}" dt="2026-04-08T19:10:35.558" v="401" actId="20577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Papierowski Tomasz" userId="S::51701@student.umg.edu.pl::1444ee48-c757-4315-8174-e5e60850cf2f" providerId="AD" clId="Web-{13932822-2C51-8293-EDBE-5058E4AD6E34}" dt="2026-04-08T18:49:01.121" v="98" actId="1076"/>
          <ac:spMkLst>
            <pc:docMk/>
            <pc:sldMk cId="650317164" sldId="256"/>
            <ac:spMk id="3" creationId="{00000000-0000-0000-0000-000000000000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48:47.150" v="97"/>
          <ac:spMkLst>
            <pc:docMk/>
            <pc:sldMk cId="650317164" sldId="256"/>
            <ac:spMk id="9" creationId="{71B2258F-86CA-4D4D-8270-BC05FCDEBFB3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48:47.135" v="96"/>
          <ac:spMkLst>
            <pc:docMk/>
            <pc:sldMk cId="650317164" sldId="256"/>
            <ac:spMk id="14" creationId="{FB5B0058-AF13-4859-B429-4EDDE2A26F7F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8:47.150" v="97"/>
          <ac:spMkLst>
            <pc:docMk/>
            <pc:sldMk cId="650317164" sldId="256"/>
            <ac:spMk id="21" creationId="{FB5B0058-AF13-4859-B429-4EDDE2A26F7F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8:47.150" v="97"/>
          <ac:spMkLst>
            <pc:docMk/>
            <pc:sldMk cId="650317164" sldId="256"/>
            <ac:spMk id="23" creationId="{9358801C-1E89-48FF-B14F-D76A2EA14C8E}"/>
          </ac:spMkLst>
        </pc:spChg>
        <pc:picChg chg="add del">
          <ac:chgData name="Papierowski Tomasz" userId="S::51701@student.umg.edu.pl::1444ee48-c757-4315-8174-e5e60850cf2f" providerId="AD" clId="Web-{13932822-2C51-8293-EDBE-5058E4AD6E34}" dt="2026-04-08T18:48:31.305" v="94"/>
          <ac:picMkLst>
            <pc:docMk/>
            <pc:sldMk cId="650317164" sldId="256"/>
            <ac:picMk id="5" creationId="{9200477F-B22E-0AAB-AB75-EC77D2FE184B}"/>
          </ac:picMkLst>
        </pc:picChg>
        <pc:cxnChg chg="add del">
          <ac:chgData name="Papierowski Tomasz" userId="S::51701@student.umg.edu.pl::1444ee48-c757-4315-8174-e5e60850cf2f" providerId="AD" clId="Web-{13932822-2C51-8293-EDBE-5058E4AD6E34}" dt="2026-04-08T18:48:47.135" v="96"/>
          <ac:cxnSpMkLst>
            <pc:docMk/>
            <pc:sldMk cId="650317164" sldId="256"/>
            <ac:cxnSpMk id="16" creationId="{EC4521DE-248E-440D-AAD6-FD9E7D34B3BF}"/>
          </ac:cxnSpMkLst>
        </pc:cxnChg>
        <pc:cxnChg chg="add del">
          <ac:chgData name="Papierowski Tomasz" userId="S::51701@student.umg.edu.pl::1444ee48-c757-4315-8174-e5e60850cf2f" providerId="AD" clId="Web-{13932822-2C51-8293-EDBE-5058E4AD6E34}" dt="2026-04-08T18:48:47.135" v="96"/>
          <ac:cxnSpMkLst>
            <pc:docMk/>
            <pc:sldMk cId="650317164" sldId="256"/>
            <ac:cxnSpMk id="18" creationId="{442C13FA-4C0F-42D0-9626-5BA6040D8C31}"/>
          </ac:cxnSpMkLst>
        </pc:cxnChg>
        <pc:cxnChg chg="add">
          <ac:chgData name="Papierowski Tomasz" userId="S::51701@student.umg.edu.pl::1444ee48-c757-4315-8174-e5e60850cf2f" providerId="AD" clId="Web-{13932822-2C51-8293-EDBE-5058E4AD6E34}" dt="2026-04-08T18:48:47.150" v="97"/>
          <ac:cxnSpMkLst>
            <pc:docMk/>
            <pc:sldMk cId="650317164" sldId="256"/>
            <ac:cxnSpMk id="20" creationId="{AB88284F-ED00-40CA-B57D-89C49E8EC6E9}"/>
          </ac:cxnSpMkLst>
        </pc:cxnChg>
        <pc:cxnChg chg="add">
          <ac:chgData name="Papierowski Tomasz" userId="S::51701@student.umg.edu.pl::1444ee48-c757-4315-8174-e5e60850cf2f" providerId="AD" clId="Web-{13932822-2C51-8293-EDBE-5058E4AD6E34}" dt="2026-04-08T18:48:47.150" v="97"/>
          <ac:cxnSpMkLst>
            <pc:docMk/>
            <pc:sldMk cId="650317164" sldId="256"/>
            <ac:cxnSpMk id="22" creationId="{FEA8332D-EA74-40A2-8709-00EDB23792E1}"/>
          </ac:cxnSpMkLst>
        </pc:cxnChg>
      </pc:sldChg>
      <pc:sldChg chg="addSp delSp modSp add del">
        <pc:chgData name="Papierowski Tomasz" userId="S::51701@student.umg.edu.pl::1444ee48-c757-4315-8174-e5e60850cf2f" providerId="AD" clId="Web-{13932822-2C51-8293-EDBE-5058E4AD6E34}" dt="2026-04-08T18:52:33.539" v="161" actId="1076"/>
        <pc:sldMkLst>
          <pc:docMk/>
          <pc:sldMk cId="3013481026" sldId="257"/>
        </pc:sldMkLst>
        <pc:spChg chg="del mod">
          <ac:chgData name="Papierowski Tomasz" userId="S::51701@student.umg.edu.pl::1444ee48-c757-4315-8174-e5e60850cf2f" providerId="AD" clId="Web-{13932822-2C51-8293-EDBE-5058E4AD6E34}" dt="2026-04-08T18:52:24.102" v="158"/>
          <ac:spMkLst>
            <pc:docMk/>
            <pc:sldMk cId="3013481026" sldId="257"/>
            <ac:spMk id="2" creationId="{5B43CA33-60C2-1BB6-75FA-FED502F6EAAD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2:05.070" v="153"/>
          <ac:spMkLst>
            <pc:docMk/>
            <pc:sldMk cId="3013481026" sldId="257"/>
            <ac:spMk id="5" creationId="{9DCDEA5D-0148-4056-E0EB-097101FDD231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52:12.476" v="155"/>
          <ac:spMkLst>
            <pc:docMk/>
            <pc:sldMk cId="3013481026" sldId="257"/>
            <ac:spMk id="7" creationId="{6F33D00C-E901-0466-3D1B-4BF25E7D59B4}"/>
          </ac:spMkLst>
        </pc:spChg>
        <pc:spChg chg="add ord">
          <ac:chgData name="Papierowski Tomasz" userId="S::51701@student.umg.edu.pl::1444ee48-c757-4315-8174-e5e60850cf2f" providerId="AD" clId="Web-{13932822-2C51-8293-EDBE-5058E4AD6E34}" dt="2026-04-08T18:52:20.211" v="157"/>
          <ac:spMkLst>
            <pc:docMk/>
            <pc:sldMk cId="3013481026" sldId="257"/>
            <ac:spMk id="9" creationId="{EE191C08-E8A3-E033-A221-9151343232FB}"/>
          </ac:spMkLst>
        </pc:spChg>
        <pc:picChg chg="mod">
          <ac:chgData name="Papierowski Tomasz" userId="S::51701@student.umg.edu.pl::1444ee48-c757-4315-8174-e5e60850cf2f" providerId="AD" clId="Web-{13932822-2C51-8293-EDBE-5058E4AD6E34}" dt="2026-04-08T18:52:33.539" v="161" actId="1076"/>
          <ac:picMkLst>
            <pc:docMk/>
            <pc:sldMk cId="3013481026" sldId="257"/>
            <ac:picMk id="4" creationId="{540F1143-055D-ABE8-0DDD-FAC408891A33}"/>
          </ac:picMkLst>
        </pc:picChg>
      </pc:sldChg>
      <pc:sldChg chg="addSp modSp add del mod setBg">
        <pc:chgData name="Papierowski Tomasz" userId="S::51701@student.umg.edu.pl::1444ee48-c757-4315-8174-e5e60850cf2f" providerId="AD" clId="Web-{13932822-2C51-8293-EDBE-5058E4AD6E34}" dt="2026-04-08T18:54:16.651" v="187" actId="1076"/>
        <pc:sldMkLst>
          <pc:docMk/>
          <pc:sldMk cId="3541476536" sldId="258"/>
        </pc:sldMkLst>
        <pc:spChg chg="mod">
          <ac:chgData name="Papierowski Tomasz" userId="S::51701@student.umg.edu.pl::1444ee48-c757-4315-8174-e5e60850cf2f" providerId="AD" clId="Web-{13932822-2C51-8293-EDBE-5058E4AD6E34}" dt="2026-04-08T18:53:39.853" v="179" actId="14100"/>
          <ac:spMkLst>
            <pc:docMk/>
            <pc:sldMk cId="3541476536" sldId="258"/>
            <ac:spMk id="2" creationId="{76A94AAB-8530-E3EF-349D-BD8BAD3CFCC1}"/>
          </ac:spMkLst>
        </pc:spChg>
        <pc:spChg chg="mod">
          <ac:chgData name="Papierowski Tomasz" userId="S::51701@student.umg.edu.pl::1444ee48-c757-4315-8174-e5e60850cf2f" providerId="AD" clId="Web-{13932822-2C51-8293-EDBE-5058E4AD6E34}" dt="2026-04-08T18:54:16.651" v="187" actId="1076"/>
          <ac:spMkLst>
            <pc:docMk/>
            <pc:sldMk cId="3541476536" sldId="258"/>
            <ac:spMk id="3" creationId="{07C60D84-046E-1665-645A-F164BF2EF8B3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9:34.093" v="102"/>
          <ac:spMkLst>
            <pc:docMk/>
            <pc:sldMk cId="3541476536" sldId="258"/>
            <ac:spMk id="8" creationId="{A7AE9375-4664-4DB2-922D-2782A6E439AC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9:34.093" v="102"/>
          <ac:spMkLst>
            <pc:docMk/>
            <pc:sldMk cId="3541476536" sldId="258"/>
            <ac:spMk id="12" creationId="{9DD005C1-8C51-42D6-9BEE-B9B83849743D}"/>
          </ac:spMkLst>
        </pc:spChg>
        <pc:cxnChg chg="add">
          <ac:chgData name="Papierowski Tomasz" userId="S::51701@student.umg.edu.pl::1444ee48-c757-4315-8174-e5e60850cf2f" providerId="AD" clId="Web-{13932822-2C51-8293-EDBE-5058E4AD6E34}" dt="2026-04-08T18:49:34.093" v="102"/>
          <ac:cxnSpMkLst>
            <pc:docMk/>
            <pc:sldMk cId="3541476536" sldId="258"/>
            <ac:cxnSpMk id="10" creationId="{EE504C98-6397-41C1-A8D8-2D9C4ED307E0}"/>
          </ac:cxnSpMkLst>
        </pc:cxnChg>
      </pc:sldChg>
      <pc:sldChg chg="addSp modSp new add del mod setBg">
        <pc:chgData name="Papierowski Tomasz" userId="S::51701@student.umg.edu.pl::1444ee48-c757-4315-8174-e5e60850cf2f" providerId="AD" clId="Web-{13932822-2C51-8293-EDBE-5058E4AD6E34}" dt="2026-04-08T18:54:06.072" v="186" actId="1076"/>
        <pc:sldMkLst>
          <pc:docMk/>
          <pc:sldMk cId="2341945273" sldId="259"/>
        </pc:sldMkLst>
        <pc:spChg chg="mod">
          <ac:chgData name="Papierowski Tomasz" userId="S::51701@student.umg.edu.pl::1444ee48-c757-4315-8174-e5e60850cf2f" providerId="AD" clId="Web-{13932822-2C51-8293-EDBE-5058E4AD6E34}" dt="2026-04-08T18:53:45.822" v="180" actId="20577"/>
          <ac:spMkLst>
            <pc:docMk/>
            <pc:sldMk cId="2341945273" sldId="259"/>
            <ac:spMk id="2" creationId="{0AE9F56B-9688-FB3D-783A-1E735735C91F}"/>
          </ac:spMkLst>
        </pc:spChg>
        <pc:spChg chg="mod">
          <ac:chgData name="Papierowski Tomasz" userId="S::51701@student.umg.edu.pl::1444ee48-c757-4315-8174-e5e60850cf2f" providerId="AD" clId="Web-{13932822-2C51-8293-EDBE-5058E4AD6E34}" dt="2026-04-08T18:54:06.072" v="186" actId="1076"/>
          <ac:spMkLst>
            <pc:docMk/>
            <pc:sldMk cId="2341945273" sldId="259"/>
            <ac:spMk id="3" creationId="{357DBD5D-4556-572C-2797-6602F5EE57BE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9:45.453" v="106"/>
          <ac:spMkLst>
            <pc:docMk/>
            <pc:sldMk cId="2341945273" sldId="259"/>
            <ac:spMk id="8" creationId="{A7AE9375-4664-4DB2-922D-2782A6E439AC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9:45.453" v="106"/>
          <ac:spMkLst>
            <pc:docMk/>
            <pc:sldMk cId="2341945273" sldId="259"/>
            <ac:spMk id="12" creationId="{9DD005C1-8C51-42D6-9BEE-B9B83849743D}"/>
          </ac:spMkLst>
        </pc:spChg>
        <pc:cxnChg chg="add">
          <ac:chgData name="Papierowski Tomasz" userId="S::51701@student.umg.edu.pl::1444ee48-c757-4315-8174-e5e60850cf2f" providerId="AD" clId="Web-{13932822-2C51-8293-EDBE-5058E4AD6E34}" dt="2026-04-08T18:49:45.453" v="106"/>
          <ac:cxnSpMkLst>
            <pc:docMk/>
            <pc:sldMk cId="2341945273" sldId="259"/>
            <ac:cxnSpMk id="10" creationId="{EE504C98-6397-41C1-A8D8-2D9C4ED307E0}"/>
          </ac:cxnSpMkLst>
        </pc:cxnChg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8:51:53.460" v="152" actId="20577"/>
        <pc:sldMkLst>
          <pc:docMk/>
          <pc:sldMk cId="2458246093" sldId="260"/>
        </pc:sldMkLst>
        <pc:spChg chg="mod">
          <ac:chgData name="Papierowski Tomasz" userId="S::51701@student.umg.edu.pl::1444ee48-c757-4315-8174-e5e60850cf2f" providerId="AD" clId="Web-{13932822-2C51-8293-EDBE-5058E4AD6E34}" dt="2026-04-08T18:51:53.460" v="152" actId="20577"/>
          <ac:spMkLst>
            <pc:docMk/>
            <pc:sldMk cId="2458246093" sldId="260"/>
            <ac:spMk id="2" creationId="{F15C9525-D7DB-2F25-806A-45F2126B3410}"/>
          </ac:spMkLst>
        </pc:spChg>
        <pc:spChg chg="del mod">
          <ac:chgData name="Papierowski Tomasz" userId="S::51701@student.umg.edu.pl::1444ee48-c757-4315-8174-e5e60850cf2f" providerId="AD" clId="Web-{13932822-2C51-8293-EDBE-5058E4AD6E34}" dt="2026-04-08T18:50:38.144" v="116"/>
          <ac:spMkLst>
            <pc:docMk/>
            <pc:sldMk cId="2458246093" sldId="260"/>
            <ac:spMk id="3" creationId="{C0EB4999-948D-3159-8122-4CEF6A12DEE2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9:06.965" v="99"/>
          <ac:spMkLst>
            <pc:docMk/>
            <pc:sldMk cId="2458246093" sldId="260"/>
            <ac:spMk id="8" creationId="{E8A8EAB8-D2FF-444D-B34B-7D32F106AD0E}"/>
          </ac:spMkLst>
        </pc:spChg>
        <pc:cxnChg chg="add">
          <ac:chgData name="Papierowski Tomasz" userId="S::51701@student.umg.edu.pl::1444ee48-c757-4315-8174-e5e60850cf2f" providerId="AD" clId="Web-{13932822-2C51-8293-EDBE-5058E4AD6E34}" dt="2026-04-08T18:49:06.965" v="99"/>
          <ac:cxnSpMkLst>
            <pc:docMk/>
            <pc:sldMk cId="2458246093" sldId="260"/>
            <ac:cxnSpMk id="10" creationId="{067633D1-6EE6-4118-B9F0-B363477BEE7A}"/>
          </ac:cxnSpMkLst>
        </pc:cxnChg>
        <pc:cxnChg chg="add">
          <ac:chgData name="Papierowski Tomasz" userId="S::51701@student.umg.edu.pl::1444ee48-c757-4315-8174-e5e60850cf2f" providerId="AD" clId="Web-{13932822-2C51-8293-EDBE-5058E4AD6E34}" dt="2026-04-08T18:49:06.965" v="99"/>
          <ac:cxnSpMkLst>
            <pc:docMk/>
            <pc:sldMk cId="2458246093" sldId="260"/>
            <ac:cxnSpMk id="12" creationId="{4AD7FFC6-42A9-49CB-B5E9-B3F6B038331B}"/>
          </ac:cxnSpMkLst>
        </pc:cxnChg>
      </pc:sldChg>
      <pc:sldChg chg="addSp delSp modSp new add del mod ord setBg">
        <pc:chgData name="Papierowski Tomasz" userId="S::51701@student.umg.edu.pl::1444ee48-c757-4315-8174-e5e60850cf2f" providerId="AD" clId="Web-{13932822-2C51-8293-EDBE-5058E4AD6E34}" dt="2026-04-08T18:52:44.055" v="166"/>
        <pc:sldMkLst>
          <pc:docMk/>
          <pc:sldMk cId="2326163206" sldId="261"/>
        </pc:sldMkLst>
        <pc:spChg chg="mod">
          <ac:chgData name="Papierowski Tomasz" userId="S::51701@student.umg.edu.pl::1444ee48-c757-4315-8174-e5e60850cf2f" providerId="AD" clId="Web-{13932822-2C51-8293-EDBE-5058E4AD6E34}" dt="2026-04-08T18:52:41.414" v="165" actId="20577"/>
          <ac:spMkLst>
            <pc:docMk/>
            <pc:sldMk cId="2326163206" sldId="261"/>
            <ac:spMk id="2" creationId="{B71E0459-43C5-F3D7-019E-C56C1C8BA3DC}"/>
          </ac:spMkLst>
        </pc:spChg>
        <pc:spChg chg="del mod">
          <ac:chgData name="Papierowski Tomasz" userId="S::51701@student.umg.edu.pl::1444ee48-c757-4315-8174-e5e60850cf2f" providerId="AD" clId="Web-{13932822-2C51-8293-EDBE-5058E4AD6E34}" dt="2026-04-08T18:52:44.055" v="166"/>
          <ac:spMkLst>
            <pc:docMk/>
            <pc:sldMk cId="2326163206" sldId="261"/>
            <ac:spMk id="3" creationId="{D0450A12-E7F7-D4B6-2E47-AF252295FACB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9:24.373" v="101"/>
          <ac:spMkLst>
            <pc:docMk/>
            <pc:sldMk cId="2326163206" sldId="261"/>
            <ac:spMk id="8" creationId="{E8A8EAB8-D2FF-444D-B34B-7D32F106AD0E}"/>
          </ac:spMkLst>
        </pc:spChg>
        <pc:cxnChg chg="add">
          <ac:chgData name="Papierowski Tomasz" userId="S::51701@student.umg.edu.pl::1444ee48-c757-4315-8174-e5e60850cf2f" providerId="AD" clId="Web-{13932822-2C51-8293-EDBE-5058E4AD6E34}" dt="2026-04-08T18:49:24.373" v="101"/>
          <ac:cxnSpMkLst>
            <pc:docMk/>
            <pc:sldMk cId="2326163206" sldId="261"/>
            <ac:cxnSpMk id="10" creationId="{067633D1-6EE6-4118-B9F0-B363477BEE7A}"/>
          </ac:cxnSpMkLst>
        </pc:cxnChg>
        <pc:cxnChg chg="add">
          <ac:chgData name="Papierowski Tomasz" userId="S::51701@student.umg.edu.pl::1444ee48-c757-4315-8174-e5e60850cf2f" providerId="AD" clId="Web-{13932822-2C51-8293-EDBE-5058E4AD6E34}" dt="2026-04-08T18:49:24.373" v="101"/>
          <ac:cxnSpMkLst>
            <pc:docMk/>
            <pc:sldMk cId="2326163206" sldId="261"/>
            <ac:cxnSpMk id="12" creationId="{4AD7FFC6-42A9-49CB-B5E9-B3F6B038331B}"/>
          </ac:cxnSpMkLst>
        </pc:cxnChg>
      </pc:sldChg>
      <pc:sldChg chg="new del">
        <pc:chgData name="Papierowski Tomasz" userId="S::51701@student.umg.edu.pl::1444ee48-c757-4315-8174-e5e60850cf2f" providerId="AD" clId="Web-{13932822-2C51-8293-EDBE-5058E4AD6E34}" dt="2026-04-08T18:43:40.247" v="5"/>
        <pc:sldMkLst>
          <pc:docMk/>
          <pc:sldMk cId="3585467734" sldId="261"/>
        </pc:sldMkLst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8:54:25.104" v="190"/>
        <pc:sldMkLst>
          <pc:docMk/>
          <pc:sldMk cId="2786383985" sldId="262"/>
        </pc:sldMkLst>
        <pc:spChg chg="mod">
          <ac:chgData name="Papierowski Tomasz" userId="S::51701@student.umg.edu.pl::1444ee48-c757-4315-8174-e5e60850cf2f" providerId="AD" clId="Web-{13932822-2C51-8293-EDBE-5058E4AD6E34}" dt="2026-04-08T18:54:22.385" v="189" actId="20577"/>
          <ac:spMkLst>
            <pc:docMk/>
            <pc:sldMk cId="2786383985" sldId="262"/>
            <ac:spMk id="2" creationId="{48C8CF4B-CAE2-E79F-BFC8-DEECDA263725}"/>
          </ac:spMkLst>
        </pc:spChg>
        <pc:spChg chg="del mod">
          <ac:chgData name="Papierowski Tomasz" userId="S::51701@student.umg.edu.pl::1444ee48-c757-4315-8174-e5e60850cf2f" providerId="AD" clId="Web-{13932822-2C51-8293-EDBE-5058E4AD6E34}" dt="2026-04-08T18:54:25.104" v="190"/>
          <ac:spMkLst>
            <pc:docMk/>
            <pc:sldMk cId="2786383985" sldId="262"/>
            <ac:spMk id="3" creationId="{DAD0E68A-5685-AB53-B607-A36A2B742593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49:55.985" v="109"/>
          <ac:spMkLst>
            <pc:docMk/>
            <pc:sldMk cId="2786383985" sldId="262"/>
            <ac:spMk id="8" creationId="{E8A8EAB8-D2FF-444D-B34B-7D32F106AD0E}"/>
          </ac:spMkLst>
        </pc:spChg>
        <pc:cxnChg chg="add">
          <ac:chgData name="Papierowski Tomasz" userId="S::51701@student.umg.edu.pl::1444ee48-c757-4315-8174-e5e60850cf2f" providerId="AD" clId="Web-{13932822-2C51-8293-EDBE-5058E4AD6E34}" dt="2026-04-08T18:49:55.985" v="109"/>
          <ac:cxnSpMkLst>
            <pc:docMk/>
            <pc:sldMk cId="2786383985" sldId="262"/>
            <ac:cxnSpMk id="10" creationId="{067633D1-6EE6-4118-B9F0-B363477BEE7A}"/>
          </ac:cxnSpMkLst>
        </pc:cxnChg>
        <pc:cxnChg chg="add">
          <ac:chgData name="Papierowski Tomasz" userId="S::51701@student.umg.edu.pl::1444ee48-c757-4315-8174-e5e60850cf2f" providerId="AD" clId="Web-{13932822-2C51-8293-EDBE-5058E4AD6E34}" dt="2026-04-08T18:49:55.985" v="109"/>
          <ac:cxnSpMkLst>
            <pc:docMk/>
            <pc:sldMk cId="2786383985" sldId="262"/>
            <ac:cxnSpMk id="12" creationId="{4AD7FFC6-42A9-49CB-B5E9-B3F6B038331B}"/>
          </ac:cxnSpMkLst>
        </pc:cxnChg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9:00:50.916" v="276" actId="20577"/>
        <pc:sldMkLst>
          <pc:docMk/>
          <pc:sldMk cId="783882221" sldId="263"/>
        </pc:sldMkLst>
        <pc:spChg chg="del mod">
          <ac:chgData name="Papierowski Tomasz" userId="S::51701@student.umg.edu.pl::1444ee48-c757-4315-8174-e5e60850cf2f" providerId="AD" clId="Web-{13932822-2C51-8293-EDBE-5058E4AD6E34}" dt="2026-04-08T18:54:38.417" v="193"/>
          <ac:spMkLst>
            <pc:docMk/>
            <pc:sldMk cId="783882221" sldId="263"/>
            <ac:spMk id="2" creationId="{88B8CDD5-8E48-13FE-6C5F-2CBD197257E9}"/>
          </ac:spMkLst>
        </pc:spChg>
        <pc:spChg chg="mod ord">
          <ac:chgData name="Papierowski Tomasz" userId="S::51701@student.umg.edu.pl::1444ee48-c757-4315-8174-e5e60850cf2f" providerId="AD" clId="Web-{13932822-2C51-8293-EDBE-5058E4AD6E34}" dt="2026-04-08T19:00:29.024" v="262" actId="1076"/>
          <ac:spMkLst>
            <pc:docMk/>
            <pc:sldMk cId="783882221" sldId="263"/>
            <ac:spMk id="3" creationId="{B141BFB8-31B5-78E6-8E30-8C73045BD9C1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56:05.871" v="213"/>
          <ac:spMkLst>
            <pc:docMk/>
            <pc:sldMk cId="783882221" sldId="263"/>
            <ac:spMk id="7" creationId="{2CC2AE82-76D9-1239-4AFA-13390163775B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54:36.213" v="192"/>
          <ac:spMkLst>
            <pc:docMk/>
            <pc:sldMk cId="783882221" sldId="263"/>
            <ac:spMk id="8" creationId="{A7AE9375-4664-4DB2-922D-2782A6E439AC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56:17.371" v="215"/>
          <ac:spMkLst>
            <pc:docMk/>
            <pc:sldMk cId="783882221" sldId="263"/>
            <ac:spMk id="9" creationId="{6882DD1E-8C1F-C527-B446-FC2BFACE872E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01.376" v="110"/>
          <ac:spMkLst>
            <pc:docMk/>
            <pc:sldMk cId="783882221" sldId="263"/>
            <ac:spMk id="12" creationId="{9DD005C1-8C51-42D6-9BEE-B9B83849743D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56:26.683" v="217"/>
          <ac:spMkLst>
            <pc:docMk/>
            <pc:sldMk cId="783882221" sldId="263"/>
            <ac:spMk id="13" creationId="{BF7EA2B5-3DFD-40E9-01C3-93D66DD71714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8:58:00.314" v="219"/>
          <ac:spMkLst>
            <pc:docMk/>
            <pc:sldMk cId="783882221" sldId="263"/>
            <ac:spMk id="15" creationId="{B3693D2A-025A-FA16-AB8D-ECDA3BA99B83}"/>
          </ac:spMkLst>
        </pc:spChg>
        <pc:spChg chg="add mod">
          <ac:chgData name="Papierowski Tomasz" userId="S::51701@student.umg.edu.pl::1444ee48-c757-4315-8174-e5e60850cf2f" providerId="AD" clId="Web-{13932822-2C51-8293-EDBE-5058E4AD6E34}" dt="2026-04-08T19:00:50.916" v="276" actId="20577"/>
          <ac:spMkLst>
            <pc:docMk/>
            <pc:sldMk cId="783882221" sldId="263"/>
            <ac:spMk id="16" creationId="{EAF1AEDD-E3F8-B2DE-F11B-EC311AF86DA7}"/>
          </ac:spMkLst>
        </pc:spChg>
        <pc:picChg chg="add del mod">
          <ac:chgData name="Papierowski Tomasz" userId="S::51701@student.umg.edu.pl::1444ee48-c757-4315-8174-e5e60850cf2f" providerId="AD" clId="Web-{13932822-2C51-8293-EDBE-5058E4AD6E34}" dt="2026-04-08T18:55:36.964" v="207"/>
          <ac:picMkLst>
            <pc:docMk/>
            <pc:sldMk cId="783882221" sldId="263"/>
            <ac:picMk id="4" creationId="{0E37D49B-7672-3F59-3FB1-D2B14C01810E}"/>
          </ac:picMkLst>
        </pc:picChg>
        <pc:picChg chg="add del mod">
          <ac:chgData name="Papierowski Tomasz" userId="S::51701@student.umg.edu.pl::1444ee48-c757-4315-8174-e5e60850cf2f" providerId="AD" clId="Web-{13932822-2C51-8293-EDBE-5058E4AD6E34}" dt="2026-04-08T18:55:58.121" v="211"/>
          <ac:picMkLst>
            <pc:docMk/>
            <pc:sldMk cId="783882221" sldId="263"/>
            <ac:picMk id="5" creationId="{6028A1E9-54C7-457C-3E1F-9C377D7BEA6E}"/>
          </ac:picMkLst>
        </pc:picChg>
        <pc:picChg chg="add del mod">
          <ac:chgData name="Papierowski Tomasz" userId="S::51701@student.umg.edu.pl::1444ee48-c757-4315-8174-e5e60850cf2f" providerId="AD" clId="Web-{13932822-2C51-8293-EDBE-5058E4AD6E34}" dt="2026-04-08T19:00:24.477" v="259"/>
          <ac:picMkLst>
            <pc:docMk/>
            <pc:sldMk cId="783882221" sldId="263"/>
            <ac:picMk id="6" creationId="{2FC57E76-1286-C2ED-D196-88B91098B738}"/>
          </ac:picMkLst>
        </pc:picChg>
        <pc:cxnChg chg="add">
          <ac:chgData name="Papierowski Tomasz" userId="S::51701@student.umg.edu.pl::1444ee48-c757-4315-8174-e5e60850cf2f" providerId="AD" clId="Web-{13932822-2C51-8293-EDBE-5058E4AD6E34}" dt="2026-04-08T18:50:01.376" v="110"/>
          <ac:cxnSpMkLst>
            <pc:docMk/>
            <pc:sldMk cId="783882221" sldId="263"/>
            <ac:cxnSpMk id="10" creationId="{EE504C98-6397-41C1-A8D8-2D9C4ED307E0}"/>
          </ac:cxnSpMkLst>
        </pc:cxnChg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9:01:20.260" v="280" actId="20577"/>
        <pc:sldMkLst>
          <pc:docMk/>
          <pc:sldMk cId="3333727079" sldId="264"/>
        </pc:sldMkLst>
        <pc:spChg chg="del mod">
          <ac:chgData name="Papierowski Tomasz" userId="S::51701@student.umg.edu.pl::1444ee48-c757-4315-8174-e5e60850cf2f" providerId="AD" clId="Web-{13932822-2C51-8293-EDBE-5058E4AD6E34}" dt="2026-04-08T18:58:30.894" v="223"/>
          <ac:spMkLst>
            <pc:docMk/>
            <pc:sldMk cId="3333727079" sldId="264"/>
            <ac:spMk id="2" creationId="{61F941C2-69E1-514B-F9E5-4DBC6CBED04F}"/>
          </ac:spMkLst>
        </pc:spChg>
        <pc:spChg chg="mod">
          <ac:chgData name="Papierowski Tomasz" userId="S::51701@student.umg.edu.pl::1444ee48-c757-4315-8174-e5e60850cf2f" providerId="AD" clId="Web-{13932822-2C51-8293-EDBE-5058E4AD6E34}" dt="2026-04-08T19:01:20.260" v="280" actId="20577"/>
          <ac:spMkLst>
            <pc:docMk/>
            <pc:sldMk cId="3333727079" sldId="264"/>
            <ac:spMk id="3" creationId="{854DE368-EB4E-3AEF-5C16-B9178BC27C43}"/>
          </ac:spMkLst>
        </pc:spChg>
        <pc:spChg chg="add mod">
          <ac:chgData name="Papierowski Tomasz" userId="S::51701@student.umg.edu.pl::1444ee48-c757-4315-8174-e5e60850cf2f" providerId="AD" clId="Web-{13932822-2C51-8293-EDBE-5058E4AD6E34}" dt="2026-04-08T19:00:21.212" v="258" actId="14100"/>
          <ac:spMkLst>
            <pc:docMk/>
            <pc:sldMk cId="3333727079" sldId="264"/>
            <ac:spMk id="6" creationId="{F7409CD9-0A4F-79AA-4B1F-1240AD19C14C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05.345" v="111"/>
          <ac:spMkLst>
            <pc:docMk/>
            <pc:sldMk cId="3333727079" sldId="264"/>
            <ac:spMk id="8" creationId="{A7AE9375-4664-4DB2-922D-2782A6E439AC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05.345" v="111"/>
          <ac:spMkLst>
            <pc:docMk/>
            <pc:sldMk cId="3333727079" sldId="264"/>
            <ac:spMk id="12" creationId="{9DD005C1-8C51-42D6-9BEE-B9B83849743D}"/>
          </ac:spMkLst>
        </pc:spChg>
        <pc:picChg chg="add del">
          <ac:chgData name="Papierowski Tomasz" userId="S::51701@student.umg.edu.pl::1444ee48-c757-4315-8174-e5e60850cf2f" providerId="AD" clId="Web-{13932822-2C51-8293-EDBE-5058E4AD6E34}" dt="2026-04-08T18:59:39.741" v="236"/>
          <ac:picMkLst>
            <pc:docMk/>
            <pc:sldMk cId="3333727079" sldId="264"/>
            <ac:picMk id="5" creationId="{5BCC26D2-1BBC-4963-DF9E-8B7ED10189F5}"/>
          </ac:picMkLst>
        </pc:picChg>
        <pc:cxnChg chg="add">
          <ac:chgData name="Papierowski Tomasz" userId="S::51701@student.umg.edu.pl::1444ee48-c757-4315-8174-e5e60850cf2f" providerId="AD" clId="Web-{13932822-2C51-8293-EDBE-5058E4AD6E34}" dt="2026-04-08T18:50:05.345" v="111"/>
          <ac:cxnSpMkLst>
            <pc:docMk/>
            <pc:sldMk cId="3333727079" sldId="264"/>
            <ac:cxnSpMk id="10" creationId="{EE504C98-6397-41C1-A8D8-2D9C4ED307E0}"/>
          </ac:cxnSpMkLst>
        </pc:cxnChg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9:08:02.894" v="334" actId="20577"/>
        <pc:sldMkLst>
          <pc:docMk/>
          <pc:sldMk cId="2874108411" sldId="265"/>
        </pc:sldMkLst>
        <pc:spChg chg="mod">
          <ac:chgData name="Papierowski Tomasz" userId="S::51701@student.umg.edu.pl::1444ee48-c757-4315-8174-e5e60850cf2f" providerId="AD" clId="Web-{13932822-2C51-8293-EDBE-5058E4AD6E34}" dt="2026-04-08T19:08:02.894" v="334" actId="20577"/>
          <ac:spMkLst>
            <pc:docMk/>
            <pc:sldMk cId="2874108411" sldId="265"/>
            <ac:spMk id="2" creationId="{24451E8B-D4A1-6909-25B1-9E27B2B931F1}"/>
          </ac:spMkLst>
        </pc:spChg>
        <pc:spChg chg="del mod">
          <ac:chgData name="Papierowski Tomasz" userId="S::51701@student.umg.edu.pl::1444ee48-c757-4315-8174-e5e60850cf2f" providerId="AD" clId="Web-{13932822-2C51-8293-EDBE-5058E4AD6E34}" dt="2026-04-08T19:01:27.229" v="281"/>
          <ac:spMkLst>
            <pc:docMk/>
            <pc:sldMk cId="2874108411" sldId="265"/>
            <ac:spMk id="3" creationId="{03103FCF-DAB2-6C5B-279D-0A19D4A28684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09.377" v="112"/>
          <ac:spMkLst>
            <pc:docMk/>
            <pc:sldMk cId="2874108411" sldId="265"/>
            <ac:spMk id="8" creationId="{E8A8EAB8-D2FF-444D-B34B-7D32F106AD0E}"/>
          </ac:spMkLst>
        </pc:spChg>
        <pc:cxnChg chg="add">
          <ac:chgData name="Papierowski Tomasz" userId="S::51701@student.umg.edu.pl::1444ee48-c757-4315-8174-e5e60850cf2f" providerId="AD" clId="Web-{13932822-2C51-8293-EDBE-5058E4AD6E34}" dt="2026-04-08T18:50:09.377" v="112"/>
          <ac:cxnSpMkLst>
            <pc:docMk/>
            <pc:sldMk cId="2874108411" sldId="265"/>
            <ac:cxnSpMk id="10" creationId="{067633D1-6EE6-4118-B9F0-B363477BEE7A}"/>
          </ac:cxnSpMkLst>
        </pc:cxnChg>
        <pc:cxnChg chg="add">
          <ac:chgData name="Papierowski Tomasz" userId="S::51701@student.umg.edu.pl::1444ee48-c757-4315-8174-e5e60850cf2f" providerId="AD" clId="Web-{13932822-2C51-8293-EDBE-5058E4AD6E34}" dt="2026-04-08T18:50:09.377" v="112"/>
          <ac:cxnSpMkLst>
            <pc:docMk/>
            <pc:sldMk cId="2874108411" sldId="265"/>
            <ac:cxnSpMk id="12" creationId="{4AD7FFC6-42A9-49CB-B5E9-B3F6B038331B}"/>
          </ac:cxnSpMkLst>
        </pc:cxnChg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9:09:22.024" v="397" actId="14100"/>
        <pc:sldMkLst>
          <pc:docMk/>
          <pc:sldMk cId="2525224735" sldId="266"/>
        </pc:sldMkLst>
        <pc:spChg chg="del mod">
          <ac:chgData name="Papierowski Tomasz" userId="S::51701@student.umg.edu.pl::1444ee48-c757-4315-8174-e5e60850cf2f" providerId="AD" clId="Web-{13932822-2C51-8293-EDBE-5058E4AD6E34}" dt="2026-04-08T19:01:55.995" v="289"/>
          <ac:spMkLst>
            <pc:docMk/>
            <pc:sldMk cId="2525224735" sldId="266"/>
            <ac:spMk id="2" creationId="{59294701-DB49-973B-7190-BCC69701D907}"/>
          </ac:spMkLst>
        </pc:spChg>
        <pc:spChg chg="mod ord">
          <ac:chgData name="Papierowski Tomasz" userId="S::51701@student.umg.edu.pl::1444ee48-c757-4315-8174-e5e60850cf2f" providerId="AD" clId="Web-{13932822-2C51-8293-EDBE-5058E4AD6E34}" dt="2026-04-08T19:04:52.560" v="328" actId="14100"/>
          <ac:spMkLst>
            <pc:docMk/>
            <pc:sldMk cId="2525224735" sldId="266"/>
            <ac:spMk id="3" creationId="{2BC47167-FCAF-5048-5D53-F54072C98D2B}"/>
          </ac:spMkLst>
        </pc:spChg>
        <pc:spChg chg="add mod">
          <ac:chgData name="Papierowski Tomasz" userId="S::51701@student.umg.edu.pl::1444ee48-c757-4315-8174-e5e60850cf2f" providerId="AD" clId="Web-{13932822-2C51-8293-EDBE-5058E4AD6E34}" dt="2026-04-08T19:09:22.024" v="397" actId="14100"/>
          <ac:spMkLst>
            <pc:docMk/>
            <pc:sldMk cId="2525224735" sldId="266"/>
            <ac:spMk id="6" creationId="{E5CE0535-0C5E-DCC5-7962-282835A0E61B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19.674" v="113"/>
          <ac:spMkLst>
            <pc:docMk/>
            <pc:sldMk cId="2525224735" sldId="266"/>
            <ac:spMk id="8" creationId="{A7AE9375-4664-4DB2-922D-2782A6E439AC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19.674" v="113"/>
          <ac:spMkLst>
            <pc:docMk/>
            <pc:sldMk cId="2525224735" sldId="266"/>
            <ac:spMk id="12" creationId="{9DD005C1-8C51-42D6-9BEE-B9B83849743D}"/>
          </ac:spMkLst>
        </pc:spChg>
        <pc:picChg chg="add del">
          <ac:chgData name="Papierowski Tomasz" userId="S::51701@student.umg.edu.pl::1444ee48-c757-4315-8174-e5e60850cf2f" providerId="AD" clId="Web-{13932822-2C51-8293-EDBE-5058E4AD6E34}" dt="2026-04-08T19:03:01.824" v="303"/>
          <ac:picMkLst>
            <pc:docMk/>
            <pc:sldMk cId="2525224735" sldId="266"/>
            <ac:picMk id="5" creationId="{AC0A2934-51F4-0432-529D-F815E93441FB}"/>
          </ac:picMkLst>
        </pc:picChg>
        <pc:cxnChg chg="add">
          <ac:chgData name="Papierowski Tomasz" userId="S::51701@student.umg.edu.pl::1444ee48-c757-4315-8174-e5e60850cf2f" providerId="AD" clId="Web-{13932822-2C51-8293-EDBE-5058E4AD6E34}" dt="2026-04-08T18:50:19.674" v="113"/>
          <ac:cxnSpMkLst>
            <pc:docMk/>
            <pc:sldMk cId="2525224735" sldId="266"/>
            <ac:cxnSpMk id="10" creationId="{EE504C98-6397-41C1-A8D8-2D9C4ED307E0}"/>
          </ac:cxnSpMkLst>
        </pc:cxnChg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9:10:15.073" v="398" actId="20577"/>
        <pc:sldMkLst>
          <pc:docMk/>
          <pc:sldMk cId="260137519" sldId="267"/>
        </pc:sldMkLst>
        <pc:spChg chg="mod">
          <ac:chgData name="Papierowski Tomasz" userId="S::51701@student.umg.edu.pl::1444ee48-c757-4315-8174-e5e60850cf2f" providerId="AD" clId="Web-{13932822-2C51-8293-EDBE-5058E4AD6E34}" dt="2026-04-08T19:10:15.073" v="398" actId="20577"/>
          <ac:spMkLst>
            <pc:docMk/>
            <pc:sldMk cId="260137519" sldId="267"/>
            <ac:spMk id="2" creationId="{BF5587B0-3B8F-41B6-A17B-7D031079C765}"/>
          </ac:spMkLst>
        </pc:spChg>
        <pc:spChg chg="del mod">
          <ac:chgData name="Papierowski Tomasz" userId="S::51701@student.umg.edu.pl::1444ee48-c757-4315-8174-e5e60850cf2f" providerId="AD" clId="Web-{13932822-2C51-8293-EDBE-5058E4AD6E34}" dt="2026-04-08T19:05:01.388" v="331"/>
          <ac:spMkLst>
            <pc:docMk/>
            <pc:sldMk cId="260137519" sldId="267"/>
            <ac:spMk id="3" creationId="{D154B85D-17A0-F512-80E3-1896488B07F4}"/>
          </ac:spMkLst>
        </pc:spChg>
        <pc:spChg chg="add del">
          <ac:chgData name="Papierowski Tomasz" userId="S::51701@student.umg.edu.pl::1444ee48-c757-4315-8174-e5e60850cf2f" providerId="AD" clId="Web-{13932822-2C51-8293-EDBE-5058E4AD6E34}" dt="2026-04-08T19:05:00.872" v="330"/>
          <ac:spMkLst>
            <pc:docMk/>
            <pc:sldMk cId="260137519" sldId="267"/>
            <ac:spMk id="8" creationId="{E8A8EAB8-D2FF-444D-B34B-7D32F106AD0E}"/>
          </ac:spMkLst>
        </pc:spChg>
        <pc:cxnChg chg="add">
          <ac:chgData name="Papierowski Tomasz" userId="S::51701@student.umg.edu.pl::1444ee48-c757-4315-8174-e5e60850cf2f" providerId="AD" clId="Web-{13932822-2C51-8293-EDBE-5058E4AD6E34}" dt="2026-04-08T18:50:27.409" v="114"/>
          <ac:cxnSpMkLst>
            <pc:docMk/>
            <pc:sldMk cId="260137519" sldId="267"/>
            <ac:cxnSpMk id="10" creationId="{067633D1-6EE6-4118-B9F0-B363477BEE7A}"/>
          </ac:cxnSpMkLst>
        </pc:cxnChg>
        <pc:cxnChg chg="add">
          <ac:chgData name="Papierowski Tomasz" userId="S::51701@student.umg.edu.pl::1444ee48-c757-4315-8174-e5e60850cf2f" providerId="AD" clId="Web-{13932822-2C51-8293-EDBE-5058E4AD6E34}" dt="2026-04-08T18:50:27.409" v="114"/>
          <ac:cxnSpMkLst>
            <pc:docMk/>
            <pc:sldMk cId="260137519" sldId="267"/>
            <ac:cxnSpMk id="12" creationId="{4AD7FFC6-42A9-49CB-B5E9-B3F6B038331B}"/>
          </ac:cxnSpMkLst>
        </pc:cxnChg>
      </pc:sldChg>
      <pc:sldChg chg="addSp delSp modSp new add del mod setBg">
        <pc:chgData name="Papierowski Tomasz" userId="S::51701@student.umg.edu.pl::1444ee48-c757-4315-8174-e5e60850cf2f" providerId="AD" clId="Web-{13932822-2C51-8293-EDBE-5058E4AD6E34}" dt="2026-04-08T19:08:55.085" v="363" actId="1076"/>
        <pc:sldMkLst>
          <pc:docMk/>
          <pc:sldMk cId="3910267447" sldId="268"/>
        </pc:sldMkLst>
        <pc:spChg chg="del mod">
          <ac:chgData name="Papierowski Tomasz" userId="S::51701@student.umg.edu.pl::1444ee48-c757-4315-8174-e5e60850cf2f" providerId="AD" clId="Web-{13932822-2C51-8293-EDBE-5058E4AD6E34}" dt="2026-04-08T19:02:40.980" v="300"/>
          <ac:spMkLst>
            <pc:docMk/>
            <pc:sldMk cId="3910267447" sldId="268"/>
            <ac:spMk id="2" creationId="{29454497-9A69-3532-4D44-4B09CEF57F1D}"/>
          </ac:spMkLst>
        </pc:spChg>
        <pc:spChg chg="mod ord">
          <ac:chgData name="Papierowski Tomasz" userId="S::51701@student.umg.edu.pl::1444ee48-c757-4315-8174-e5e60850cf2f" providerId="AD" clId="Web-{13932822-2C51-8293-EDBE-5058E4AD6E34}" dt="2026-04-08T19:04:38.419" v="326" actId="20577"/>
          <ac:spMkLst>
            <pc:docMk/>
            <pc:sldMk cId="3910267447" sldId="268"/>
            <ac:spMk id="3" creationId="{BDAB1905-2080-49C0-9BF7-644309F7CF3E}"/>
          </ac:spMkLst>
        </pc:spChg>
        <pc:spChg chg="add mod">
          <ac:chgData name="Papierowski Tomasz" userId="S::51701@student.umg.edu.pl::1444ee48-c757-4315-8174-e5e60850cf2f" providerId="AD" clId="Web-{13932822-2C51-8293-EDBE-5058E4AD6E34}" dt="2026-04-08T19:08:55.085" v="363" actId="1076"/>
          <ac:spMkLst>
            <pc:docMk/>
            <pc:sldMk cId="3910267447" sldId="268"/>
            <ac:spMk id="6" creationId="{F8A2C1B0-D2F9-CB75-F7AF-83D96894A861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31.472" v="115"/>
          <ac:spMkLst>
            <pc:docMk/>
            <pc:sldMk cId="3910267447" sldId="268"/>
            <ac:spMk id="8" creationId="{A7AE9375-4664-4DB2-922D-2782A6E439AC}"/>
          </ac:spMkLst>
        </pc:spChg>
        <pc:spChg chg="add">
          <ac:chgData name="Papierowski Tomasz" userId="S::51701@student.umg.edu.pl::1444ee48-c757-4315-8174-e5e60850cf2f" providerId="AD" clId="Web-{13932822-2C51-8293-EDBE-5058E4AD6E34}" dt="2026-04-08T18:50:31.472" v="115"/>
          <ac:spMkLst>
            <pc:docMk/>
            <pc:sldMk cId="3910267447" sldId="268"/>
            <ac:spMk id="12" creationId="{9DD005C1-8C51-42D6-9BEE-B9B83849743D}"/>
          </ac:spMkLst>
        </pc:spChg>
        <pc:picChg chg="add del">
          <ac:chgData name="Papierowski Tomasz" userId="S::51701@student.umg.edu.pl::1444ee48-c757-4315-8174-e5e60850cf2f" providerId="AD" clId="Web-{13932822-2C51-8293-EDBE-5058E4AD6E34}" dt="2026-04-08T19:04:06.216" v="317"/>
          <ac:picMkLst>
            <pc:docMk/>
            <pc:sldMk cId="3910267447" sldId="268"/>
            <ac:picMk id="5" creationId="{22804423-B55C-3514-6B0F-185BFF2C75B5}"/>
          </ac:picMkLst>
        </pc:picChg>
        <pc:cxnChg chg="add">
          <ac:chgData name="Papierowski Tomasz" userId="S::51701@student.umg.edu.pl::1444ee48-c757-4315-8174-e5e60850cf2f" providerId="AD" clId="Web-{13932822-2C51-8293-EDBE-5058E4AD6E34}" dt="2026-04-08T18:50:31.472" v="115"/>
          <ac:cxnSpMkLst>
            <pc:docMk/>
            <pc:sldMk cId="3910267447" sldId="268"/>
            <ac:cxnSpMk id="10" creationId="{EE504C98-6397-41C1-A8D8-2D9C4ED307E0}"/>
          </ac:cxnSpMkLst>
        </pc:cxnChg>
      </pc:sldChg>
      <pc:sldChg chg="modSp new del">
        <pc:chgData name="Papierowski Tomasz" userId="S::51701@student.umg.edu.pl::1444ee48-c757-4315-8174-e5e60850cf2f" providerId="AD" clId="Web-{13932822-2C51-8293-EDBE-5058E4AD6E34}" dt="2026-04-08T19:01:10.135" v="277"/>
        <pc:sldMkLst>
          <pc:docMk/>
          <pc:sldMk cId="2794274097" sldId="269"/>
        </pc:sldMkLst>
        <pc:spChg chg="mod">
          <ac:chgData name="Papierowski Tomasz" userId="S::51701@student.umg.edu.pl::1444ee48-c757-4315-8174-e5e60850cf2f" providerId="AD" clId="Web-{13932822-2C51-8293-EDBE-5058E4AD6E34}" dt="2026-04-08T19:00:01.602" v="251" actId="20577"/>
          <ac:spMkLst>
            <pc:docMk/>
            <pc:sldMk cId="2794274097" sldId="269"/>
            <ac:spMk id="2" creationId="{EBB45487-0442-01F6-007A-0A29A3965CAD}"/>
          </ac:spMkLst>
        </pc:spChg>
        <pc:spChg chg="mod">
          <ac:chgData name="Papierowski Tomasz" userId="S::51701@student.umg.edu.pl::1444ee48-c757-4315-8174-e5e60850cf2f" providerId="AD" clId="Web-{13932822-2C51-8293-EDBE-5058E4AD6E34}" dt="2026-04-08T19:00:00.617" v="250" actId="20577"/>
          <ac:spMkLst>
            <pc:docMk/>
            <pc:sldMk cId="2794274097" sldId="269"/>
            <ac:spMk id="3" creationId="{F138B212-BEA7-11C0-2DC6-8187A9789DB8}"/>
          </ac:spMkLst>
        </pc:spChg>
      </pc:sldChg>
    </pc:docChg>
  </pc:docChgLst>
  <pc:docChgLst>
    <pc:chgData name="Szczepańska Monika" userId="S::51709@student.umg.edu.pl::21f5b812-4f8d-49f8-ae29-fd1505636865" providerId="AD" clId="Web-{1E556194-01E0-05D9-7E42-CD5DDCCC2273}"/>
    <pc:docChg chg="modSld">
      <pc:chgData name="Szczepańska Monika" userId="S::51709@student.umg.edu.pl::21f5b812-4f8d-49f8-ae29-fd1505636865" providerId="AD" clId="Web-{1E556194-01E0-05D9-7E42-CD5DDCCC2273}" dt="2026-04-11T10:08:07.439" v="6" actId="20577"/>
      <pc:docMkLst>
        <pc:docMk/>
      </pc:docMkLst>
      <pc:sldChg chg="modSp">
        <pc:chgData name="Szczepańska Monika" userId="S::51709@student.umg.edu.pl::21f5b812-4f8d-49f8-ae29-fd1505636865" providerId="AD" clId="Web-{1E556194-01E0-05D9-7E42-CD5DDCCC2273}" dt="2026-04-11T10:08:07.439" v="6" actId="20577"/>
        <pc:sldMkLst>
          <pc:docMk/>
          <pc:sldMk cId="3541476536" sldId="258"/>
        </pc:sldMkLst>
        <pc:spChg chg="mod">
          <ac:chgData name="Szczepańska Monika" userId="S::51709@student.umg.edu.pl::21f5b812-4f8d-49f8-ae29-fd1505636865" providerId="AD" clId="Web-{1E556194-01E0-05D9-7E42-CD5DDCCC2273}" dt="2026-04-11T10:08:07.439" v="6" actId="20577"/>
          <ac:spMkLst>
            <pc:docMk/>
            <pc:sldMk cId="3541476536" sldId="258"/>
            <ac:spMk id="2" creationId="{76A94AAB-8530-E3EF-349D-BD8BAD3CFCC1}"/>
          </ac:spMkLst>
        </pc:spChg>
      </pc:sldChg>
    </pc:docChg>
  </pc:docChgLst>
  <pc:docChgLst>
    <pc:chgData name="Papierowski Tomasz" userId="S::51701@student.umg.edu.pl::1444ee48-c757-4315-8174-e5e60850cf2f" providerId="AD" clId="Web-{E8E07168-7AA0-4506-B35B-CA74F52AE2D1}"/>
    <pc:docChg chg="addSld modSld">
      <pc:chgData name="Papierowski Tomasz" userId="S::51701@student.umg.edu.pl::1444ee48-c757-4315-8174-e5e60850cf2f" providerId="AD" clId="Web-{E8E07168-7AA0-4506-B35B-CA74F52AE2D1}" dt="2026-04-08T18:41:24.008" v="24" actId="20577"/>
      <pc:docMkLst>
        <pc:docMk/>
      </pc:docMkLst>
      <pc:sldChg chg="modSp">
        <pc:chgData name="Papierowski Tomasz" userId="S::51701@student.umg.edu.pl::1444ee48-c757-4315-8174-e5e60850cf2f" providerId="AD" clId="Web-{E8E07168-7AA0-4506-B35B-CA74F52AE2D1}" dt="2026-04-08T18:40:02.709" v="12" actId="20577"/>
        <pc:sldMkLst>
          <pc:docMk/>
          <pc:sldMk cId="650317164" sldId="256"/>
        </pc:sldMkLst>
        <pc:spChg chg="mod">
          <ac:chgData name="Papierowski Tomasz" userId="S::51701@student.umg.edu.pl::1444ee48-c757-4315-8174-e5e60850cf2f" providerId="AD" clId="Web-{E8E07168-7AA0-4506-B35B-CA74F52AE2D1}" dt="2026-04-08T18:39:56.458" v="3" actId="20577"/>
          <ac:spMkLst>
            <pc:docMk/>
            <pc:sldMk cId="650317164" sldId="256"/>
            <ac:spMk id="2" creationId="{00000000-0000-0000-0000-000000000000}"/>
          </ac:spMkLst>
        </pc:spChg>
        <pc:spChg chg="mod">
          <ac:chgData name="Papierowski Tomasz" userId="S::51701@student.umg.edu.pl::1444ee48-c757-4315-8174-e5e60850cf2f" providerId="AD" clId="Web-{E8E07168-7AA0-4506-B35B-CA74F52AE2D1}" dt="2026-04-08T18:40:02.709" v="12" actId="20577"/>
          <ac:spMkLst>
            <pc:docMk/>
            <pc:sldMk cId="650317164" sldId="256"/>
            <ac:spMk id="3" creationId="{00000000-0000-0000-0000-000000000000}"/>
          </ac:spMkLst>
        </pc:spChg>
      </pc:sldChg>
      <pc:sldChg chg="addSp delSp modSp new mod setBg">
        <pc:chgData name="Papierowski Tomasz" userId="S::51701@student.umg.edu.pl::1444ee48-c757-4315-8174-e5e60850cf2f" providerId="AD" clId="Web-{E8E07168-7AA0-4506-B35B-CA74F52AE2D1}" dt="2026-04-08T18:41:06.601" v="20" actId="20577"/>
        <pc:sldMkLst>
          <pc:docMk/>
          <pc:sldMk cId="3013481026" sldId="257"/>
        </pc:sldMkLst>
        <pc:spChg chg="add del mod">
          <ac:chgData name="Papierowski Tomasz" userId="S::51701@student.umg.edu.pl::1444ee48-c757-4315-8174-e5e60850cf2f" providerId="AD" clId="Web-{E8E07168-7AA0-4506-B35B-CA74F52AE2D1}" dt="2026-04-08T18:41:06.601" v="20" actId="20577"/>
          <ac:spMkLst>
            <pc:docMk/>
            <pc:sldMk cId="3013481026" sldId="257"/>
            <ac:spMk id="2" creationId="{5B43CA33-60C2-1BB6-75FA-FED502F6EAAD}"/>
          </ac:spMkLst>
        </pc:spChg>
        <pc:spChg chg="del">
          <ac:chgData name="Papierowski Tomasz" userId="S::51701@student.umg.edu.pl::1444ee48-c757-4315-8174-e5e60850cf2f" providerId="AD" clId="Web-{E8E07168-7AA0-4506-B35B-CA74F52AE2D1}" dt="2026-04-08T18:40:42.960" v="14"/>
          <ac:spMkLst>
            <pc:docMk/>
            <pc:sldMk cId="3013481026" sldId="257"/>
            <ac:spMk id="3" creationId="{E1CFEF43-123C-4259-D8EB-BFD53F3BD202}"/>
          </ac:spMkLst>
        </pc:spChg>
        <pc:spChg chg="add del">
          <ac:chgData name="Papierowski Tomasz" userId="S::51701@student.umg.edu.pl::1444ee48-c757-4315-8174-e5e60850cf2f" providerId="AD" clId="Web-{E8E07168-7AA0-4506-B35B-CA74F52AE2D1}" dt="2026-04-08T18:40:52.460" v="18"/>
          <ac:spMkLst>
            <pc:docMk/>
            <pc:sldMk cId="3013481026" sldId="257"/>
            <ac:spMk id="9" creationId="{42A4FC2C-047E-45A5-965D-8E1E3BF09BC6}"/>
          </ac:spMkLst>
        </pc:spChg>
        <pc:picChg chg="add mod ord">
          <ac:chgData name="Papierowski Tomasz" userId="S::51701@student.umg.edu.pl::1444ee48-c757-4315-8174-e5e60850cf2f" providerId="AD" clId="Web-{E8E07168-7AA0-4506-B35B-CA74F52AE2D1}" dt="2026-04-08T18:40:52.460" v="18"/>
          <ac:picMkLst>
            <pc:docMk/>
            <pc:sldMk cId="3013481026" sldId="257"/>
            <ac:picMk id="4" creationId="{540F1143-055D-ABE8-0DDD-FAC408891A33}"/>
          </ac:picMkLst>
        </pc:picChg>
      </pc:sldChg>
      <pc:sldChg chg="modSp new">
        <pc:chgData name="Papierowski Tomasz" userId="S::51701@student.umg.edu.pl::1444ee48-c757-4315-8174-e5e60850cf2f" providerId="AD" clId="Web-{E8E07168-7AA0-4506-B35B-CA74F52AE2D1}" dt="2026-04-08T18:41:24.008" v="24" actId="20577"/>
        <pc:sldMkLst>
          <pc:docMk/>
          <pc:sldMk cId="3541476536" sldId="258"/>
        </pc:sldMkLst>
        <pc:spChg chg="mod">
          <ac:chgData name="Papierowski Tomasz" userId="S::51701@student.umg.edu.pl::1444ee48-c757-4315-8174-e5e60850cf2f" providerId="AD" clId="Web-{E8E07168-7AA0-4506-B35B-CA74F52AE2D1}" dt="2026-04-08T18:41:16.789" v="23" actId="20577"/>
          <ac:spMkLst>
            <pc:docMk/>
            <pc:sldMk cId="3541476536" sldId="258"/>
            <ac:spMk id="2" creationId="{76A94AAB-8530-E3EF-349D-BD8BAD3CFCC1}"/>
          </ac:spMkLst>
        </pc:spChg>
        <pc:spChg chg="mod">
          <ac:chgData name="Papierowski Tomasz" userId="S::51701@student.umg.edu.pl::1444ee48-c757-4315-8174-e5e60850cf2f" providerId="AD" clId="Web-{E8E07168-7AA0-4506-B35B-CA74F52AE2D1}" dt="2026-04-08T18:41:24.008" v="24" actId="20577"/>
          <ac:spMkLst>
            <pc:docMk/>
            <pc:sldMk cId="3541476536" sldId="258"/>
            <ac:spMk id="3" creationId="{07C60D84-046E-1665-645A-F164BF2EF8B3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ajd tytuł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l-PL"/>
              <a:t>Kliknij, aby edytować styl wzorca podtytułu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17574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7380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Nagłówek sekcj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234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wa elementy zawartośc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830362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ów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4" name="Symbol zastępczy zawartości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5" name="Symbol zastępczy tekstu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6" name="Symbol zastępczy zawartości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7" name="Symbol zastępczy daty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8" name="Symbol zastępczy stopki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ymbol zastępczy numeru slajd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61808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ylko tytu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daty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4" name="Symbol zastępczy stopki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ymbol zastępczy numeru slajd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544797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us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daty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3" name="Symbol zastępczy stopki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ymbol zastępczy numeru slajd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508391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Zawartość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7155304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az z podpis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l-PL"/>
              <a:t>Kliknij, aby edytować styl</a:t>
            </a:r>
          </a:p>
        </p:txBody>
      </p:sp>
      <p:sp>
        <p:nvSpPr>
          <p:cNvPr id="3" name="Symbol zastępczy obrazu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l-PL"/>
          </a:p>
        </p:txBody>
      </p:sp>
      <p:sp>
        <p:nvSpPr>
          <p:cNvPr id="4" name="Symbol zastępczy tekstu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l-PL"/>
              <a:t>Kliknij, aby edytować style wzorca tekstu</a:t>
            </a:r>
          </a:p>
        </p:txBody>
      </p:sp>
      <p:sp>
        <p:nvSpPr>
          <p:cNvPr id="5" name="Symbol zastępczy daty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6" name="Symbol zastępczy stopki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ymbol zastępczy numeru slajd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0249060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ytuł i tekst pionow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454508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ytuł pionowy i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pionowy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ytułu pionowego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340386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ymbol zastępczy tytułu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tekstu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98AA868-8872-43E4-8C98-D34DABD1FD38}" type="datetimeFigureOut">
              <a:rPr lang="pl-PL" smtClean="0"/>
              <a:t>11.04.2026</a:t>
            </a:fld>
            <a:endParaRPr lang="pl-PL"/>
          </a:p>
        </p:txBody>
      </p:sp>
      <p:sp>
        <p:nvSpPr>
          <p:cNvPr id="5" name="Symbol zastępczy stopki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ymbol zastępczy numeru slajdu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7C6C3F-668B-4AF5-BFA9-0F657EB068D6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9266336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l-P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13">
            <a:extLst>
              <a:ext uri="{FF2B5EF4-FFF2-40B4-BE49-F238E27FC236}">
                <a16:creationId xmlns:a16="http://schemas.microsoft.com/office/drawing/2014/main" id="{FB5B0058-AF13-4859-B429-4EDDE2A26F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ytuł 1"/>
          <p:cNvSpPr>
            <a:spLocks noGrp="1"/>
          </p:cNvSpPr>
          <p:nvPr>
            <p:ph type="ctrTitle"/>
          </p:nvPr>
        </p:nvSpPr>
        <p:spPr>
          <a:xfrm>
            <a:off x="3501896" y="1271675"/>
            <a:ext cx="5505441" cy="2387600"/>
          </a:xfrm>
        </p:spPr>
        <p:txBody>
          <a:bodyPr>
            <a:normAutofit/>
          </a:bodyPr>
          <a:lstStyle/>
          <a:p>
            <a:r>
              <a:rPr lang="pl-PL" sz="5400">
                <a:solidFill>
                  <a:schemeClr val="bg1"/>
                </a:solidFill>
                <a:ea typeface="+mj-lt"/>
                <a:cs typeface="+mj-lt"/>
              </a:rPr>
              <a:t>Badanie satysfakcji z użytkowania platformy ILIAS</a:t>
            </a:r>
          </a:p>
        </p:txBody>
      </p:sp>
      <p:sp>
        <p:nvSpPr>
          <p:cNvPr id="3" name="Podtytuł 2"/>
          <p:cNvSpPr>
            <a:spLocks noGrp="1"/>
          </p:cNvSpPr>
          <p:nvPr>
            <p:ph type="subTitle" idx="1"/>
          </p:nvPr>
        </p:nvSpPr>
        <p:spPr>
          <a:xfrm>
            <a:off x="3501896" y="4285740"/>
            <a:ext cx="5505449" cy="1655762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pl-PL" sz="2000">
                <a:solidFill>
                  <a:schemeClr val="bg1"/>
                </a:solidFill>
              </a:rPr>
              <a:t>Podsumowanie oraz analiza wyników otrzymanych w ramach przeprowadzonej ankiety</a:t>
            </a:r>
          </a:p>
        </p:txBody>
      </p:sp>
      <p:cxnSp>
        <p:nvCxnSpPr>
          <p:cNvPr id="22" name="Straight Connector 15">
            <a:extLst>
              <a:ext uri="{FF2B5EF4-FFF2-40B4-BE49-F238E27FC236}">
                <a16:creationId xmlns:a16="http://schemas.microsoft.com/office/drawing/2014/main" id="{FEA8332D-EA74-40A2-8709-00EDB2379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17240" y="3429000"/>
            <a:ext cx="0" cy="3164872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17">
            <a:extLst>
              <a:ext uri="{FF2B5EF4-FFF2-40B4-BE49-F238E27FC236}">
                <a16:creationId xmlns:a16="http://schemas.microsoft.com/office/drawing/2014/main" id="{9358801C-1E89-48FF-B14F-D76A2EA14C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34797" y="816429"/>
            <a:ext cx="8239647" cy="522514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88284F-ED00-40CA-B57D-89C49E8EC6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00357" y="272979"/>
            <a:ext cx="0" cy="2906211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503171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F15C9525-D7DB-2F25-806A-45F2126B34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1916" y="1504317"/>
            <a:ext cx="4865747" cy="4010351"/>
          </a:xfrm>
        </p:spPr>
        <p:txBody>
          <a:bodyPr anchor="ctr">
            <a:normAutofit/>
          </a:bodyPr>
          <a:lstStyle/>
          <a:p>
            <a:pPr algn="ctr"/>
            <a:r>
              <a:rPr lang="pl-PL" sz="6800">
                <a:solidFill>
                  <a:schemeClr val="bg1"/>
                </a:solidFill>
              </a:rPr>
              <a:t>Metryka </a:t>
            </a:r>
            <a:br>
              <a:rPr lang="pl-PL" sz="6800">
                <a:solidFill>
                  <a:schemeClr val="bg1"/>
                </a:solidFill>
              </a:rPr>
            </a:br>
            <a:r>
              <a:rPr lang="pl-PL" sz="6800">
                <a:solidFill>
                  <a:schemeClr val="bg1"/>
                </a:solidFill>
              </a:rPr>
              <a:t>i Wyniki</a:t>
            </a:r>
            <a:br>
              <a:rPr lang="pl-PL" sz="6800">
                <a:solidFill>
                  <a:schemeClr val="bg1"/>
                </a:solidFill>
              </a:rPr>
            </a:br>
            <a:r>
              <a:rPr lang="pl-PL" sz="6800">
                <a:solidFill>
                  <a:schemeClr val="bg1"/>
                </a:solidFill>
              </a:rPr>
              <a:t>Ilościowe</a:t>
            </a:r>
            <a:endParaRPr lang="pl-PL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8246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7">
            <a:extLst>
              <a:ext uri="{FF2B5EF4-FFF2-40B4-BE49-F238E27FC236}">
                <a16:creationId xmlns:a16="http://schemas.microsoft.com/office/drawing/2014/main" id="{EE191C08-E8A3-E033-A221-915134323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pic>
        <p:nvPicPr>
          <p:cNvPr id="4" name="Symbol zastępczy zawartości 3" descr="Obraz zawierający tekst, zrzut ekranu, Czcionka&#10;&#10;Zawartość wygenerowana przez AI może być niepoprawna.">
            <a:extLst>
              <a:ext uri="{FF2B5EF4-FFF2-40B4-BE49-F238E27FC236}">
                <a16:creationId xmlns:a16="http://schemas.microsoft.com/office/drawing/2014/main" id="{540F1143-055D-ABE8-0DDD-FAC408891A3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7029" y="323090"/>
            <a:ext cx="10517942" cy="6208041"/>
          </a:xfrm>
          <a:prstGeom prst="rect">
            <a:avLst/>
          </a:prstGeom>
        </p:spPr>
      </p:pic>
      <p:sp>
        <p:nvSpPr>
          <p:cNvPr id="5" name="Rectangle 11">
            <a:extLst>
              <a:ext uri="{FF2B5EF4-FFF2-40B4-BE49-F238E27FC236}">
                <a16:creationId xmlns:a16="http://schemas.microsoft.com/office/drawing/2014/main" id="{9DCDEA5D-0148-4056-E0EB-097101FD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34810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71E0459-43C5-F3D7-019E-C56C1C8BA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pPr algn="ctr"/>
            <a:r>
              <a:rPr lang="pl-PL" sz="5000">
                <a:solidFill>
                  <a:schemeClr val="bg1"/>
                </a:solidFill>
              </a:rPr>
              <a:t>Analiza Jakościowa: Perspektywa Użytkowników</a:t>
            </a:r>
            <a:endParaRPr lang="pl-P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26163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76A94AAB-8530-E3EF-349D-BD8BAD3CF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3777" y="669925"/>
            <a:ext cx="5142157" cy="1347027"/>
          </a:xfrm>
        </p:spPr>
        <p:txBody>
          <a:bodyPr anchor="b">
            <a:noAutofit/>
          </a:bodyPr>
          <a:lstStyle/>
          <a:p>
            <a:pPr algn="r"/>
            <a:r>
              <a:rPr lang="pl-PL" sz="6000">
                <a:solidFill>
                  <a:schemeClr val="bg1"/>
                </a:solidFill>
                <a:latin typeface="Aptos"/>
                <a:ea typeface="+mj-lt"/>
                <a:cs typeface="+mj-lt"/>
              </a:rPr>
              <a:t>Co działa</a:t>
            </a:r>
            <a:br>
              <a:rPr lang="pl-PL" sz="6000">
                <a:latin typeface="Aptos"/>
                <a:ea typeface="+mj-lt"/>
                <a:cs typeface="+mj-lt"/>
              </a:rPr>
            </a:br>
            <a:r>
              <a:rPr lang="pl-PL" sz="6000">
                <a:solidFill>
                  <a:schemeClr val="bg1"/>
                </a:solidFill>
                <a:latin typeface="Aptos"/>
                <a:ea typeface="+mj-lt"/>
                <a:cs typeface="+mj-lt"/>
              </a:rPr>
              <a:t>(Mocne strony)</a:t>
            </a:r>
            <a:endParaRPr lang="pl-PL" sz="6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07C60D84-046E-1665-645A-F164BF2EF8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2667" y="2072246"/>
            <a:ext cx="9406666" cy="3902195"/>
          </a:xfrm>
        </p:spPr>
        <p:txBody>
          <a:bodyPr vert="horz" lIns="91440" tIns="45720" rIns="91440" bIns="45720" rtlCol="0" anchor="t">
            <a:normAutofit/>
          </a:bodyPr>
          <a:lstStyle/>
          <a:p>
            <a:endParaRPr lang="pl-PL" sz="3000">
              <a:solidFill>
                <a:schemeClr val="bg1"/>
              </a:solidFill>
            </a:endParaRPr>
          </a:p>
          <a:p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Repozytorium wiedzy:</a:t>
            </a:r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 Centralne miejsce, gdzie (teoretycznie) są wszystkie materiały.</a:t>
            </a:r>
            <a:endParaRPr lang="pl-PL" sz="3000">
              <a:solidFill>
                <a:schemeClr val="bg1"/>
              </a:solidFill>
            </a:endParaRPr>
          </a:p>
          <a:p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Stabilność:</a:t>
            </a:r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 Użytkownicy doceniają fakt, że platforma rzadko ulega całkowitym awariom.</a:t>
            </a:r>
            <a:endParaRPr lang="pl-PL" sz="3000">
              <a:solidFill>
                <a:schemeClr val="bg1"/>
              </a:solidFill>
            </a:endParaRPr>
          </a:p>
          <a:p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Funkcja e-ankiet:</a:t>
            </a:r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 Wskazana przez kadrę jako jeden z nielicznych, dobrze działających modułów. (od strony prowadzącego)</a:t>
            </a:r>
            <a:endParaRPr lang="pl-PL" sz="3000">
              <a:solidFill>
                <a:schemeClr val="bg1"/>
              </a:solidFill>
            </a:endParaRPr>
          </a:p>
          <a:p>
            <a:endParaRPr lang="pl-PL" sz="3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14765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0AE9F56B-9688-FB3D-783A-1E735735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862" y="669925"/>
            <a:ext cx="5249481" cy="1347027"/>
          </a:xfrm>
        </p:spPr>
        <p:txBody>
          <a:bodyPr anchor="b">
            <a:noAutofit/>
          </a:bodyPr>
          <a:lstStyle/>
          <a:p>
            <a:pPr algn="r"/>
            <a:r>
              <a:rPr lang="pl-PL" sz="6000">
                <a:solidFill>
                  <a:schemeClr val="bg1"/>
                </a:solidFill>
                <a:latin typeface="Aptos"/>
              </a:rPr>
              <a:t>Co irytuje</a:t>
            </a:r>
            <a:br>
              <a:rPr lang="pl-PL" sz="6000">
                <a:latin typeface="Aptos"/>
              </a:rPr>
            </a:br>
            <a:r>
              <a:rPr lang="pl-PL" sz="6000">
                <a:solidFill>
                  <a:schemeClr val="bg1"/>
                </a:solidFill>
                <a:latin typeface="Aptos"/>
              </a:rPr>
              <a:t>(Główne błędy)</a:t>
            </a:r>
            <a:endParaRPr lang="pl-PL" sz="60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357DBD5D-4556-572C-2797-6602F5EE57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842" y="2522995"/>
            <a:ext cx="10539373" cy="3526144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„Incepcja Folderowa”: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Nadmierna hierarchiczność. Aby dotrzeć do pliku, trzeba przejść przez 5-6 podfolderów o podobnych nazwach.</a:t>
            </a:r>
          </a:p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Sesja Widmo: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System wylogowuje użytkownika bez ostrzeżenia. Student dowiaduje się o tym dopiero, gdy próbuje coś kliknąć i dostaje błąd.</a:t>
            </a:r>
          </a:p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Brak logiki w nawigacji: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Brak przycisku „wstecz” działającego wewnątrz struktury lub jasnej ścieżki (tzw. breadcrumbs).</a:t>
            </a:r>
          </a:p>
          <a:p>
            <a:endParaRPr lang="pl-PL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945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48C8CF4B-CAE2-E79F-BFC8-DEECDA263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pPr algn="ctr"/>
            <a:r>
              <a:rPr lang="pl-PL" sz="6800">
                <a:solidFill>
                  <a:schemeClr val="bg1"/>
                </a:solidFill>
                <a:ea typeface="+mj-lt"/>
                <a:cs typeface="+mj-lt"/>
              </a:rPr>
              <a:t>Podział na Grupy Docelowe</a:t>
            </a:r>
            <a:endParaRPr lang="pl-PL" sz="68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63839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141BFB8-31B5-78E6-8E30-8C73045BD9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3147" y="1956523"/>
            <a:ext cx="9406666" cy="35261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pl-PL" sz="3000">
              <a:solidFill>
                <a:schemeClr val="bg1"/>
              </a:solidFill>
            </a:endParaRPr>
          </a:p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Dla nich ILIAS to narzędzie administracyjne, które jest </a:t>
            </a:r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nieprzyjazne w zarządzaniu</a:t>
            </a:r>
            <a:endParaRPr lang="pl-PL" sz="3000">
              <a:solidFill>
                <a:schemeClr val="bg1"/>
              </a:solidFill>
            </a:endParaRPr>
          </a:p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Narzekają na skomplikowany system oceniania (brak widoku zbiorczego, „tajne metody” wprowadzania ocen).</a:t>
            </a:r>
            <a:endParaRPr lang="pl-PL" sz="3000">
              <a:solidFill>
                <a:schemeClr val="bg1"/>
              </a:solidFill>
            </a:endParaRPr>
          </a:p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Trudności w przenoszeniu kursów między semestrami.</a:t>
            </a:r>
            <a:endParaRPr lang="pl-PL" sz="3000">
              <a:solidFill>
                <a:schemeClr val="bg1"/>
              </a:solidFill>
            </a:endParaRPr>
          </a:p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Braki w modułach interaktywnych (np. lepsze Formularze).</a:t>
            </a:r>
            <a:endParaRPr lang="pl-PL" sz="3000">
              <a:solidFill>
                <a:schemeClr val="bg1"/>
              </a:solidFill>
            </a:endParaRPr>
          </a:p>
          <a:p>
            <a:endParaRPr lang="pl-PL" sz="3000">
              <a:solidFill>
                <a:schemeClr val="bg1"/>
              </a:solidFill>
            </a:endParaRPr>
          </a:p>
        </p:txBody>
      </p:sp>
      <p:sp>
        <p:nvSpPr>
          <p:cNvPr id="16" name="pole tekstowe 15">
            <a:extLst>
              <a:ext uri="{FF2B5EF4-FFF2-40B4-BE49-F238E27FC236}">
                <a16:creationId xmlns:a16="http://schemas.microsoft.com/office/drawing/2014/main" id="{EAF1AEDD-E3F8-B2DE-F11B-EC311AF86DA7}"/>
              </a:ext>
            </a:extLst>
          </p:cNvPr>
          <p:cNvSpPr txBox="1"/>
          <p:nvPr/>
        </p:nvSpPr>
        <p:spPr>
          <a:xfrm>
            <a:off x="-751267" y="198549"/>
            <a:ext cx="6096000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l-PL" sz="6000">
                <a:solidFill>
                  <a:srgbClr val="FFFFFF"/>
                </a:solidFill>
                <a:latin typeface="Aptos"/>
              </a:rPr>
              <a:t>Wykładowcy/</a:t>
            </a:r>
            <a:endParaRPr lang="pl-PL" sz="6000">
              <a:solidFill>
                <a:srgbClr val="000000"/>
              </a:solidFill>
              <a:latin typeface="Aptos"/>
            </a:endParaRPr>
          </a:p>
          <a:p>
            <a:pPr algn="r"/>
            <a:r>
              <a:rPr lang="pl-PL" sz="6000">
                <a:solidFill>
                  <a:srgbClr val="FFFFFF"/>
                </a:solidFill>
                <a:latin typeface="Aptos"/>
              </a:rPr>
              <a:t>Pracownicy</a:t>
            </a:r>
            <a:endParaRPr lang="pl-PL" sz="6000">
              <a:solidFill>
                <a:srgbClr val="000000"/>
              </a:solidFill>
              <a:latin typeface="Aptos"/>
            </a:endParaRPr>
          </a:p>
          <a:p>
            <a:pPr algn="r"/>
            <a:endParaRPr lang="pl-PL" sz="6000"/>
          </a:p>
        </p:txBody>
      </p:sp>
    </p:spTree>
    <p:extLst>
      <p:ext uri="{BB962C8B-B14F-4D97-AF65-F5344CB8AC3E}">
        <p14:creationId xmlns:p14="http://schemas.microsoft.com/office/powerpoint/2010/main" val="7838822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854DE368-EB4E-3AEF-5C16-B9178BC27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150" y="2451509"/>
            <a:ext cx="9406666" cy="352614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Dla studentów ILIAS to „zło konieczne”, które </a:t>
            </a:r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utrudnia naukę</a:t>
            </a:r>
            <a:endParaRPr lang="pl-PL" sz="3000">
              <a:solidFill>
                <a:schemeClr val="bg1"/>
              </a:solidFill>
            </a:endParaRPr>
          </a:p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Główny postulat: „Chcę szybko znaleźć materiały i wysłać zadanie”.</a:t>
            </a:r>
          </a:p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Brak potwierdzenia wysłania pracy (niepewność: „czy na pewno doszło?”).</a:t>
            </a:r>
          </a:p>
          <a:p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Problemy z formatami plików (system odrzuca niektóre rozszerzenia bez wyjaśnienia).</a:t>
            </a:r>
          </a:p>
          <a:p>
            <a:endParaRPr lang="pl-PL" sz="3000">
              <a:solidFill>
                <a:schemeClr val="bg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7409CD9-0A4F-79AA-4B1F-1240AD19C14C}"/>
              </a:ext>
            </a:extLst>
          </p:cNvPr>
          <p:cNvSpPr txBox="1"/>
          <p:nvPr/>
        </p:nvSpPr>
        <p:spPr>
          <a:xfrm>
            <a:off x="2296733" y="1057141"/>
            <a:ext cx="6096000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l-PL" sz="6000" baseline="0">
                <a:solidFill>
                  <a:srgbClr val="FFFFFF"/>
                </a:solidFill>
                <a:latin typeface="Aptos"/>
              </a:rPr>
              <a:t>Studenci</a:t>
            </a:r>
            <a:endParaRPr lang="pl-PL" sz="6000"/>
          </a:p>
          <a:p>
            <a:pPr algn="ctr"/>
            <a:endParaRPr lang="pl-PL" sz="6000"/>
          </a:p>
        </p:txBody>
      </p:sp>
    </p:spTree>
    <p:extLst>
      <p:ext uri="{BB962C8B-B14F-4D97-AF65-F5344CB8AC3E}">
        <p14:creationId xmlns:p14="http://schemas.microsoft.com/office/powerpoint/2010/main" val="3333727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24451E8B-D4A1-6909-25B1-9E27B2B931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pPr algn="ctr"/>
            <a:r>
              <a:rPr lang="pl-PL">
                <a:solidFill>
                  <a:schemeClr val="bg1"/>
                </a:solidFill>
                <a:ea typeface="+mj-lt"/>
                <a:cs typeface="+mj-lt"/>
              </a:rPr>
              <a:t>ILIAS vs Konkurencja (Benchmarking)</a:t>
            </a:r>
            <a:endParaRPr lang="pl-PL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41084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2BC47167-FCAF-5048-5D53-F54072C98D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2811" y="2501470"/>
            <a:ext cx="10713240" cy="352614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pl-PL" sz="3000">
              <a:solidFill>
                <a:schemeClr val="bg1"/>
              </a:solidFill>
              <a:ea typeface="+mn-lt"/>
              <a:cs typeface="+mn-lt"/>
            </a:endParaRPr>
          </a:p>
          <a:p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Z Teams:</a:t>
            </a:r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 Powiadomień w czasie rzeczywistym i łatwego czatu.</a:t>
            </a:r>
          </a:p>
          <a:p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Z Classroom:</a:t>
            </a:r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 Przejrzystego dashboardu „To-Do” (co mam oddać i na kiedy).</a:t>
            </a:r>
          </a:p>
          <a:p>
            <a:r>
              <a:rPr lang="pl-PL" sz="3000" b="1">
                <a:solidFill>
                  <a:schemeClr val="bg1"/>
                </a:solidFill>
                <a:ea typeface="+mn-lt"/>
                <a:cs typeface="+mn-lt"/>
              </a:rPr>
              <a:t>Z Moodle:</a:t>
            </a:r>
            <a:r>
              <a:rPr lang="pl-PL" sz="3000">
                <a:solidFill>
                  <a:schemeClr val="bg1"/>
                </a:solidFill>
                <a:ea typeface="+mn-lt"/>
                <a:cs typeface="+mn-lt"/>
              </a:rPr>
              <a:t> Lepszego podziału na sekcje tematyczne.</a:t>
            </a: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E5CE0535-0C5E-DCC5-7962-282835A0E61B}"/>
              </a:ext>
            </a:extLst>
          </p:cNvPr>
          <p:cNvSpPr txBox="1"/>
          <p:nvPr/>
        </p:nvSpPr>
        <p:spPr>
          <a:xfrm>
            <a:off x="236113" y="112690"/>
            <a:ext cx="7448281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l-PL" sz="6000">
                <a:solidFill>
                  <a:srgbClr val="FFFFFF"/>
                </a:solidFill>
              </a:rPr>
              <a:t>Elementy porządane z podobnych serwisów</a:t>
            </a:r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525224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8A8EAB8-D2FF-444D-B34B-7D32F106AD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ytuł 1">
            <a:extLst>
              <a:ext uri="{FF2B5EF4-FFF2-40B4-BE49-F238E27FC236}">
                <a16:creationId xmlns:a16="http://schemas.microsoft.com/office/drawing/2014/main" id="{BF5587B0-3B8F-41B6-A17B-7D031079C7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141" y="1450655"/>
            <a:ext cx="3932030" cy="3956690"/>
          </a:xfrm>
        </p:spPr>
        <p:txBody>
          <a:bodyPr anchor="ctr">
            <a:normAutofit/>
          </a:bodyPr>
          <a:lstStyle/>
          <a:p>
            <a:pPr algn="ctr"/>
            <a:r>
              <a:rPr lang="pl-PL" sz="4800">
                <a:solidFill>
                  <a:schemeClr val="bg1"/>
                </a:solidFill>
                <a:ea typeface="+mj-lt"/>
                <a:cs typeface="+mj-lt"/>
              </a:rPr>
              <a:t>Kluczowe Rekomendacje (Roadmapa zmian)</a:t>
            </a:r>
            <a:endParaRPr lang="pl-PL" sz="4800">
              <a:solidFill>
                <a:schemeClr val="bg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67633D1-6EE6-4118-B9F0-B363477BEE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1450655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4AD7FFC6-42A9-49CB-B5E9-B3F6B03833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014141" y="5408571"/>
            <a:ext cx="3932030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37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A7AE9375-4664-4DB2-922D-2782A6E439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E504C98-6397-41C1-A8D8-2D9C4ED307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126210" y="2026340"/>
            <a:ext cx="5220936" cy="0"/>
          </a:xfrm>
          <a:prstGeom prst="line">
            <a:avLst/>
          </a:prstGeom>
          <a:ln w="127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9DD005C1-8C51-42D6-9BEE-B9B8384974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6206" y="115193"/>
            <a:ext cx="11939588" cy="6627614"/>
          </a:xfrm>
          <a:prstGeom prst="rect">
            <a:avLst/>
          </a:prstGeom>
          <a:noFill/>
          <a:ln w="127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BDAB1905-2080-49C0-9BF7-644309F7C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7230" y="2236491"/>
            <a:ext cx="11606806" cy="4327558"/>
          </a:xfrm>
        </p:spPr>
        <p:txBody>
          <a:bodyPr vert="horz" lIns="91440" tIns="45720" rIns="91440" bIns="45720" rtlCol="0" anchor="t">
            <a:noAutofit/>
          </a:bodyPr>
          <a:lstStyle/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System Powiadomień: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Wprowadzenie alertów o nowych materiałach i zbliżających się terminach (deadlines).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Uproszczenie UX: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Spłycenie struktury folderów i wprowadzenie wyszukiwarki plików, która faktycznie działa.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Modernizacja UI: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Odświeżenie wyglądu, zwiększenie kontrastu i czytelności czcionek.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Wersja Mobilna: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Stworzenie dedykowanego widoku responsywnego (RWD) dla smartfonów.</a:t>
            </a:r>
            <a:endParaRPr lang="en-US">
              <a:solidFill>
                <a:schemeClr val="bg1"/>
              </a:solidFill>
              <a:ea typeface="+mn-lt"/>
              <a:cs typeface="+mn-lt"/>
            </a:endParaRPr>
          </a:p>
          <a:p>
            <a:pPr>
              <a:buFont typeface="Arial"/>
              <a:buChar char="•"/>
            </a:pPr>
            <a:r>
              <a:rPr lang="pl-PL" b="1">
                <a:solidFill>
                  <a:schemeClr val="bg1"/>
                </a:solidFill>
                <a:ea typeface="+mn-lt"/>
                <a:cs typeface="+mn-lt"/>
              </a:rPr>
              <a:t>Interakcja:</a:t>
            </a:r>
            <a:r>
              <a:rPr lang="pl-PL">
                <a:solidFill>
                  <a:schemeClr val="bg1"/>
                </a:solidFill>
                <a:ea typeface="+mn-lt"/>
                <a:cs typeface="+mn-lt"/>
              </a:rPr>
              <a:t> Dodanie tablicy aktualności</a:t>
            </a:r>
            <a:endParaRPr lang="pl-PL">
              <a:solidFill>
                <a:schemeClr val="bg1"/>
              </a:solidFill>
            </a:endParaRPr>
          </a:p>
          <a:p>
            <a:endParaRPr lang="pl-PL">
              <a:solidFill>
                <a:schemeClr val="bg1"/>
              </a:solidFill>
              <a:ea typeface="+mn-lt"/>
              <a:cs typeface="+mn-lt"/>
            </a:endParaRPr>
          </a:p>
        </p:txBody>
      </p:sp>
      <p:sp>
        <p:nvSpPr>
          <p:cNvPr id="6" name="pole tekstowe 5">
            <a:extLst>
              <a:ext uri="{FF2B5EF4-FFF2-40B4-BE49-F238E27FC236}">
                <a16:creationId xmlns:a16="http://schemas.microsoft.com/office/drawing/2014/main" id="{F8A2C1B0-D2F9-CB75-F7AF-83D96894A861}"/>
              </a:ext>
            </a:extLst>
          </p:cNvPr>
          <p:cNvSpPr txBox="1"/>
          <p:nvPr/>
        </p:nvSpPr>
        <p:spPr>
          <a:xfrm>
            <a:off x="130085" y="112689"/>
            <a:ext cx="5214649" cy="192585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r"/>
            <a:r>
              <a:rPr lang="pl-PL" sz="6000">
                <a:solidFill>
                  <a:srgbClr val="FFFFFF"/>
                </a:solidFill>
                <a:latin typeface="Aptos"/>
              </a:rPr>
              <a:t>Sugerowane</a:t>
            </a:r>
            <a:endParaRPr lang="pl-PL" sz="6000">
              <a:solidFill>
                <a:srgbClr val="000000"/>
              </a:solidFill>
              <a:latin typeface="Aptos"/>
            </a:endParaRPr>
          </a:p>
          <a:p>
            <a:pPr algn="r"/>
            <a:r>
              <a:rPr lang="pl-PL" sz="6000">
                <a:solidFill>
                  <a:srgbClr val="FFFFFF"/>
                </a:solidFill>
                <a:latin typeface="Aptos"/>
              </a:rPr>
              <a:t>zmiany</a:t>
            </a:r>
            <a:endParaRPr lang="pl-PL" sz="6000">
              <a:solidFill>
                <a:srgbClr val="000000"/>
              </a:solidFill>
              <a:latin typeface="Aptos"/>
            </a:endParaRPr>
          </a:p>
        </p:txBody>
      </p:sp>
    </p:spTree>
    <p:extLst>
      <p:ext uri="{BB962C8B-B14F-4D97-AF65-F5344CB8AC3E}">
        <p14:creationId xmlns:p14="http://schemas.microsoft.com/office/powerpoint/2010/main" val="3910267447"/>
      </p:ext>
    </p:extLst>
  </p:cSld>
  <p:clrMapOvr>
    <a:masterClrMapping/>
  </p:clrMapOvr>
</p:sld>
</file>

<file path=ppt/theme/theme1.xml><?xml version="1.0" encoding="utf-8"?>
<a:theme xmlns:a="http://schemas.openxmlformats.org/drawingml/2006/main" name="Motyw pakietu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13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Motyw pakietu Office</vt:lpstr>
      <vt:lpstr>Badanie satysfakcji z użytkowania platformy ILIAS</vt:lpstr>
      <vt:lpstr>Metryka  i Wyniki Ilościowe</vt:lpstr>
      <vt:lpstr>PowerPoint Presentation</vt:lpstr>
      <vt:lpstr>Analiza Jakościowa: Perspektywa Użytkowników</vt:lpstr>
      <vt:lpstr>Co działa (Mocne strony)</vt:lpstr>
      <vt:lpstr>Co irytuje (Główne błędy)</vt:lpstr>
      <vt:lpstr>Podział na Grupy Docelowe</vt:lpstr>
      <vt:lpstr>PowerPoint Presentation</vt:lpstr>
      <vt:lpstr>PowerPoint Presentation</vt:lpstr>
      <vt:lpstr>ILIAS vs Konkurencja (Benchmarking)</vt:lpstr>
      <vt:lpstr>PowerPoint Presentation</vt:lpstr>
      <vt:lpstr>Kluczowe Rekomendacje (Roadmapa zmian)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1</cp:revision>
  <dcterms:created xsi:type="dcterms:W3CDTF">2026-04-08T18:39:10Z</dcterms:created>
  <dcterms:modified xsi:type="dcterms:W3CDTF">2026-04-11T10:14:22Z</dcterms:modified>
</cp:coreProperties>
</file>